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648" r:id="rId4"/>
  </p:sldMasterIdLst>
  <p:notesMasterIdLst>
    <p:notesMasterId r:id="rId40"/>
  </p:notesMasterIdLst>
  <p:sldIdLst>
    <p:sldId id="271" r:id="rId5"/>
    <p:sldId id="257" r:id="rId6"/>
    <p:sldId id="321" r:id="rId7"/>
    <p:sldId id="268" r:id="rId8"/>
    <p:sldId id="261" r:id="rId9"/>
    <p:sldId id="267" r:id="rId10"/>
    <p:sldId id="341" r:id="rId11"/>
    <p:sldId id="351" r:id="rId12"/>
    <p:sldId id="352" r:id="rId13"/>
    <p:sldId id="325" r:id="rId14"/>
    <p:sldId id="327" r:id="rId15"/>
    <p:sldId id="328" r:id="rId16"/>
    <p:sldId id="329" r:id="rId17"/>
    <p:sldId id="332" r:id="rId18"/>
    <p:sldId id="330" r:id="rId19"/>
    <p:sldId id="331" r:id="rId20"/>
    <p:sldId id="334" r:id="rId21"/>
    <p:sldId id="333" r:id="rId22"/>
    <p:sldId id="337" r:id="rId23"/>
    <p:sldId id="335" r:id="rId24"/>
    <p:sldId id="342" r:id="rId25"/>
    <p:sldId id="336" r:id="rId26"/>
    <p:sldId id="338" r:id="rId27"/>
    <p:sldId id="339" r:id="rId28"/>
    <p:sldId id="343" r:id="rId29"/>
    <p:sldId id="340" r:id="rId30"/>
    <p:sldId id="344" r:id="rId31"/>
    <p:sldId id="345" r:id="rId32"/>
    <p:sldId id="346" r:id="rId33"/>
    <p:sldId id="347" r:id="rId34"/>
    <p:sldId id="348" r:id="rId35"/>
    <p:sldId id="349" r:id="rId36"/>
    <p:sldId id="326" r:id="rId37"/>
    <p:sldId id="274" r:id="rId38"/>
    <p:sldId id="272" r:id="rId39"/>
  </p:sldIdLst>
  <p:sldSz cx="12192000" cy="6858000"/>
  <p:notesSz cx="6858000" cy="9144000"/>
  <p:embeddedFontLst>
    <p:embeddedFont>
      <p:font typeface="Lufga" panose="020B0604020202020204" charset="0"/>
      <p:regular r:id="rId41"/>
      <p:bold r:id="rId42"/>
      <p:italic r:id="rId43"/>
      <p:boldItalic r:id="rId44"/>
    </p:embeddedFont>
    <p:embeddedFont>
      <p:font typeface="Segoe UI" panose="020B0502040204020203" pitchFamily="34" charset="0"/>
      <p:regular r:id="rId45"/>
      <p:bold r:id="rId46"/>
      <p:italic r:id="rId47"/>
      <p:boldItalic r:id="rId48"/>
    </p:embeddedFont>
    <p:embeddedFont>
      <p:font typeface="Segoe UI Light" panose="020B0502040204020203" pitchFamily="34" charset="0"/>
      <p:regular r:id="rId49"/>
      <p:italic r:id="rId50"/>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13836"/>
    <a:srgbClr val="FFFFFF"/>
    <a:srgbClr val="F7CA66"/>
    <a:srgbClr val="D5522B"/>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0AD52CB-DA0A-425A-AC5E-985541BEA719}" v="111" dt="2026-02-28T14:55:29.154"/>
    <p1510:client id="{CD57335E-BBDA-476E-9D84-4EE7EFB312CC}" v="172" dt="2026-02-28T13:19:50.33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4" d="100"/>
          <a:sy n="104" d="100"/>
        </p:scale>
        <p:origin x="284" y="10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font" Target="fonts/font2.fntdata"/><Relationship Id="rId47" Type="http://schemas.openxmlformats.org/officeDocument/2006/relationships/font" Target="fonts/font7.fntdata"/><Relationship Id="rId50" Type="http://schemas.openxmlformats.org/officeDocument/2006/relationships/font" Target="fonts/font10.fntdata"/><Relationship Id="rId55" Type="http://schemas.microsoft.com/office/2015/10/relationships/revisionInfo" Target="revisionInfo.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notesMaster" Target="notesMasters/notesMaster1.xml"/><Relationship Id="rId45" Type="http://schemas.openxmlformats.org/officeDocument/2006/relationships/font" Target="fonts/font5.fntdata"/><Relationship Id="rId53" Type="http://schemas.openxmlformats.org/officeDocument/2006/relationships/theme" Target="theme/theme1.xml"/><Relationship Id="rId5" Type="http://schemas.openxmlformats.org/officeDocument/2006/relationships/slide" Target="slides/slide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font" Target="fonts/font4.fntdata"/><Relationship Id="rId52"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font" Target="fonts/font3.fntdata"/><Relationship Id="rId48" Type="http://schemas.openxmlformats.org/officeDocument/2006/relationships/font" Target="fonts/font8.fntdata"/><Relationship Id="rId8" Type="http://schemas.openxmlformats.org/officeDocument/2006/relationships/slide" Target="slides/slide4.xml"/><Relationship Id="rId51" Type="http://schemas.openxmlformats.org/officeDocument/2006/relationships/presProps" Target="presProps.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font" Target="fonts/font6.fntdata"/><Relationship Id="rId20" Type="http://schemas.openxmlformats.org/officeDocument/2006/relationships/slide" Target="slides/slide16.xml"/><Relationship Id="rId41" Type="http://schemas.openxmlformats.org/officeDocument/2006/relationships/font" Target="fonts/font1.fntdata"/><Relationship Id="rId54"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font" Target="fonts/font9.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E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E549468-D4C3-4F68-B233-9BCF2C04AD92}" type="datetimeFigureOut">
              <a:rPr lang="es-ES" smtClean="0"/>
              <a:t>02/03/2026</a:t>
            </a:fld>
            <a:endParaRPr lang="es-E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E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s-E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E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B95879C-89B8-400B-8703-56CDE1787D0E}" type="slidenum">
              <a:rPr lang="es-ES" smtClean="0"/>
              <a:t>‹#›</a:t>
            </a:fld>
            <a:endParaRPr lang="es-ES"/>
          </a:p>
        </p:txBody>
      </p:sp>
    </p:spTree>
    <p:extLst>
      <p:ext uri="{BB962C8B-B14F-4D97-AF65-F5344CB8AC3E}">
        <p14:creationId xmlns:p14="http://schemas.microsoft.com/office/powerpoint/2010/main" val="405158632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8" Type="http://schemas.openxmlformats.org/officeDocument/2006/relationships/hyperlink" Target="https://modelcontextprotocol.io/" TargetMode="External"/><Relationship Id="rId13" Type="http://schemas.openxmlformats.org/officeDocument/2006/relationships/hyperlink" Target="https://docs.dapr.io/developing-ai/dapr-agents/dapr-agents-core-concepts/#event-driven-orchestration" TargetMode="External"/><Relationship Id="rId3" Type="http://schemas.openxmlformats.org/officeDocument/2006/relationships/hyperlink" Target="https://docs.dapr.io/developing-ai/dapr-agents/dapr-agents-core-concepts/#llm-integration" TargetMode="External"/><Relationship Id="rId7" Type="http://schemas.openxmlformats.org/officeDocument/2006/relationships/hyperlink" Target="https://docs.dapr.io/developing-ai/dapr-agents/dapr-agents-core-concepts/#mcp-support" TargetMode="External"/><Relationship Id="rId12" Type="http://schemas.openxmlformats.org/officeDocument/2006/relationships/hyperlink" Target="https://docs.dapr.io/developing-ai/dapr-agents/dapr-agents-core-concepts/#agent-runner" TargetMode="External"/><Relationship Id="rId2" Type="http://schemas.openxmlformats.org/officeDocument/2006/relationships/slide" Target="../slides/slide12.xml"/><Relationship Id="rId16" Type="http://schemas.openxmlformats.org/officeDocument/2006/relationships/hyperlink" Target="https://docs.dapr.io/developing-applications/building-blocks/workflow/workflow-overview/" TargetMode="External"/><Relationship Id="rId1" Type="http://schemas.openxmlformats.org/officeDocument/2006/relationships/notesMaster" Target="../notesMasters/notesMaster1.xml"/><Relationship Id="rId6" Type="http://schemas.openxmlformats.org/officeDocument/2006/relationships/hyperlink" Target="https://platform.openai.com/docs/guides/function-calling" TargetMode="External"/><Relationship Id="rId11" Type="http://schemas.openxmlformats.org/officeDocument/2006/relationships/hyperlink" Target="https://docs.dapr.io/developing-ai/dapr-agents/dapr-agents-core-concepts/#durable-agents" TargetMode="External"/><Relationship Id="rId5" Type="http://schemas.openxmlformats.org/officeDocument/2006/relationships/hyperlink" Target="https://docs.dapr.io/developing-ai/dapr-agents/dapr-agents-core-concepts/#tool-calling" TargetMode="External"/><Relationship Id="rId15" Type="http://schemas.openxmlformats.org/officeDocument/2006/relationships/hyperlink" Target="https://docs.dapr.io/developing-ai/dapr-agents/dapr-agents-core-concepts/#deterministic-workflows" TargetMode="External"/><Relationship Id="rId10" Type="http://schemas.openxmlformats.org/officeDocument/2006/relationships/hyperlink" Target="https://docs.dapr.io/developing-applications/building-blocks/state-management/state-management-overview/" TargetMode="External"/><Relationship Id="rId4" Type="http://schemas.openxmlformats.org/officeDocument/2006/relationships/hyperlink" Target="https://docs.dapr.io/developing-applications/building-blocks/conversation/conversation-overview/" TargetMode="External"/><Relationship Id="rId9" Type="http://schemas.openxmlformats.org/officeDocument/2006/relationships/hyperlink" Target="https://docs.dapr.io/developing-ai/dapr-agents/dapr-agents-core-concepts/#memory" TargetMode="External"/><Relationship Id="rId14" Type="http://schemas.openxmlformats.org/officeDocument/2006/relationships/hyperlink" Target="https://docs.dapr.io/developing-applications/building-blocks/pubsub/pubsub-overview/" TargetMode="Externa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3" Type="http://schemas.openxmlformats.org/officeDocument/2006/relationships/hyperlink" Target="https://docs.dapr.io/developing-applications/building-blocks/pubsub/pubsub-overview/" TargetMode="External"/><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381000" y="685800"/>
            <a:ext cx="6096000" cy="3429000"/>
          </a:xfrm>
        </p:spPr>
      </p:sp>
      <p:sp>
        <p:nvSpPr>
          <p:cNvPr id="3" name="Marcador de notas 2"/>
          <p:cNvSpPr>
            <a:spLocks noGrp="1"/>
          </p:cNvSpPr>
          <p:nvPr>
            <p:ph type="body" idx="1"/>
          </p:nvPr>
        </p:nvSpPr>
        <p:spPr/>
        <p:txBody>
          <a:bodyPr/>
          <a:lstStyle/>
          <a:p>
            <a:endParaRPr lang="es-ES"/>
          </a:p>
        </p:txBody>
      </p:sp>
      <p:sp>
        <p:nvSpPr>
          <p:cNvPr id="4" name="Marcador de encabezado 3"/>
          <p:cNvSpPr>
            <a:spLocks noGrp="1"/>
          </p:cNvSpPr>
          <p:nvPr>
            <p:ph type="hdr" sz="quarter"/>
          </p:nvPr>
        </p:nvSpPr>
        <p:spPr/>
        <p:txBody>
          <a:bodyPr/>
          <a:lstStyle/>
          <a:p>
            <a:r>
              <a:rPr lang="en-US"/>
              <a:t>Microsoft Connect 2016</a:t>
            </a:r>
          </a:p>
        </p:txBody>
      </p:sp>
      <p:sp>
        <p:nvSpPr>
          <p:cNvPr id="5" name="Marcador de pie de página 4"/>
          <p:cNvSpPr>
            <a:spLocks noGrp="1"/>
          </p:cNvSpPr>
          <p:nvPr>
            <p:ph type="ftr" sz="quarter" idx="4"/>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2016 Microsoft Corporation. All rights reserved. MICROSOFT MAKES NO WARRANTIES, EXPRESS, IMPLIED OR STATUTORY, AS TO THE INFORMATION IN THIS PRESENTATION.</a:t>
            </a:r>
          </a:p>
        </p:txBody>
      </p:sp>
      <p:sp>
        <p:nvSpPr>
          <p:cNvPr id="6" name="Marcador de fecha 5"/>
          <p:cNvSpPr>
            <a:spLocks noGrp="1"/>
          </p:cNvSpPr>
          <p:nvPr>
            <p:ph type="dt" idx="1"/>
          </p:nvPr>
        </p:nvSpPr>
        <p:spPr/>
        <p:txBody>
          <a:bodyPr/>
          <a:lstStyle/>
          <a:p>
            <a:fld id="{38EEC551-8CDA-4EB6-89BB-2A86C9F091C8}" type="datetime8">
              <a:rPr lang="en-US" smtClean="0"/>
              <a:t>3/2/2026 12:05 PM</a:t>
            </a:fld>
            <a:endParaRPr lang="en-US"/>
          </a:p>
        </p:txBody>
      </p:sp>
      <p:sp>
        <p:nvSpPr>
          <p:cNvPr id="7" name="Marcador de número de diapositiva 6"/>
          <p:cNvSpPr>
            <a:spLocks noGrp="1"/>
          </p:cNvSpPr>
          <p:nvPr>
            <p:ph type="sldNum" sz="quarter" idx="5"/>
          </p:nvPr>
        </p:nvSpPr>
        <p:spPr/>
        <p:txBody>
          <a:bodyPr/>
          <a:lstStyle/>
          <a:p>
            <a:fld id="{B4008EB6-D09E-4580-8CD6-DDB14511944F}" type="slidenum">
              <a:rPr lang="en-US" smtClean="0"/>
              <a:pPr/>
              <a:t>3</a:t>
            </a:fld>
            <a:endParaRPr lang="en-US"/>
          </a:p>
        </p:txBody>
      </p:sp>
    </p:spTree>
    <p:extLst>
      <p:ext uri="{BB962C8B-B14F-4D97-AF65-F5344CB8AC3E}">
        <p14:creationId xmlns:p14="http://schemas.microsoft.com/office/powerpoint/2010/main" val="58253476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s-ES"/>
          </a:p>
        </p:txBody>
      </p:sp>
      <p:sp>
        <p:nvSpPr>
          <p:cNvPr id="4" name="Slide Number Placeholder 3"/>
          <p:cNvSpPr>
            <a:spLocks noGrp="1"/>
          </p:cNvSpPr>
          <p:nvPr>
            <p:ph type="sldNum" sz="quarter" idx="5"/>
          </p:nvPr>
        </p:nvSpPr>
        <p:spPr/>
        <p:txBody>
          <a:bodyPr/>
          <a:lstStyle/>
          <a:p>
            <a:fld id="{BB95879C-89B8-400B-8703-56CDE1787D0E}" type="slidenum">
              <a:rPr lang="es-ES" smtClean="0"/>
              <a:t>4</a:t>
            </a:fld>
            <a:endParaRPr lang="es-ES"/>
          </a:p>
        </p:txBody>
      </p:sp>
    </p:spTree>
    <p:extLst>
      <p:ext uri="{BB962C8B-B14F-4D97-AF65-F5344CB8AC3E}">
        <p14:creationId xmlns:p14="http://schemas.microsoft.com/office/powerpoint/2010/main" val="191133606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kern="1200">
                <a:solidFill>
                  <a:schemeClr val="tx1"/>
                </a:solidFill>
                <a:effectLst/>
                <a:latin typeface="+mn-lt"/>
                <a:ea typeface="+mn-ea"/>
                <a:cs typeface="+mn-cs"/>
              </a:rPr>
              <a:t>Agents are autonomous units powered by Large Language Models (LLMs), designed to execute tasks, reason through problems, and collaborate within workflows. Acting as intelligent building blocks, agents combine reasoning with tool integration, memory, and collaboration features to get to the desired outcome.</a:t>
            </a:r>
            <a:endParaRPr lang="es-ES"/>
          </a:p>
          <a:p>
            <a:endParaRPr lang="en-US" sz="1200" b="0" i="0" kern="1200">
              <a:solidFill>
                <a:schemeClr val="tx1"/>
              </a:solidFill>
              <a:effectLst/>
              <a:latin typeface="+mn-lt"/>
              <a:ea typeface="+mn-ea"/>
              <a:cs typeface="+mn-cs"/>
            </a:endParaRPr>
          </a:p>
          <a:p>
            <a:r>
              <a:rPr lang="en-US" sz="1200" b="0" i="0" kern="1200" err="1">
                <a:solidFill>
                  <a:schemeClr val="tx1"/>
                </a:solidFill>
                <a:effectLst/>
                <a:latin typeface="+mn-lt"/>
                <a:ea typeface="+mn-ea"/>
                <a:cs typeface="+mn-cs"/>
              </a:rPr>
              <a:t>Dapr</a:t>
            </a:r>
            <a:r>
              <a:rPr lang="en-US" sz="1200" b="0" i="0" kern="1200">
                <a:solidFill>
                  <a:schemeClr val="tx1"/>
                </a:solidFill>
                <a:effectLst/>
                <a:latin typeface="+mn-lt"/>
                <a:ea typeface="+mn-ea"/>
                <a:cs typeface="+mn-cs"/>
              </a:rPr>
              <a:t> Agents is a developer framework for building durable and resilient AI agent systems powered by Large Language Models (LLMs).</a:t>
            </a:r>
          </a:p>
          <a:p>
            <a:endParaRPr lang="en-US" sz="1200" b="0" i="0" kern="1200">
              <a:solidFill>
                <a:schemeClr val="tx1"/>
              </a:solidFill>
              <a:effectLst/>
              <a:latin typeface="+mn-lt"/>
              <a:ea typeface="+mn-ea"/>
              <a:cs typeface="+mn-cs"/>
            </a:endParaRPr>
          </a:p>
          <a:p>
            <a:r>
              <a:rPr lang="en-US" sz="1200" b="0" i="0" kern="1200" err="1">
                <a:solidFill>
                  <a:schemeClr val="tx1"/>
                </a:solidFill>
                <a:effectLst/>
                <a:latin typeface="+mn-lt"/>
                <a:ea typeface="+mn-ea"/>
                <a:cs typeface="+mn-cs"/>
              </a:rPr>
              <a:t>Dapr</a:t>
            </a:r>
            <a:r>
              <a:rPr lang="en-US" sz="1200" b="0" i="0" kern="1200">
                <a:solidFill>
                  <a:schemeClr val="tx1"/>
                </a:solidFill>
                <a:effectLst/>
                <a:latin typeface="+mn-lt"/>
                <a:ea typeface="+mn-ea"/>
                <a:cs typeface="+mn-cs"/>
              </a:rPr>
              <a:t> Agents provides a structured way to build, deploy, and orchestrate applications that use LLMs like OpenAI's GPT models, without getting bogged down in implementation details. The primary goal is to make AI </a:t>
            </a:r>
          </a:p>
          <a:p>
            <a:r>
              <a:rPr lang="en-US" sz="1200" b="0" i="0" kern="1200">
                <a:solidFill>
                  <a:schemeClr val="tx1"/>
                </a:solidFill>
                <a:effectLst/>
                <a:latin typeface="+mn-lt"/>
                <a:ea typeface="+mn-ea"/>
                <a:cs typeface="+mn-cs"/>
              </a:rPr>
              <a:t>development more accessible by abstracting away the complexities of working with LLMs, tools, memory management, and distributed systems, allowing developers to focus on the business logic of their AI applications.</a:t>
            </a:r>
          </a:p>
          <a:p>
            <a:endParaRPr lang="en-US" sz="1200" b="0" i="0" kern="1200">
              <a:solidFill>
                <a:schemeClr val="tx1"/>
              </a:solidFill>
              <a:effectLst/>
              <a:latin typeface="+mn-lt"/>
              <a:ea typeface="+mn-ea"/>
              <a:cs typeface="+mn-cs"/>
            </a:endParaRPr>
          </a:p>
        </p:txBody>
      </p:sp>
      <p:sp>
        <p:nvSpPr>
          <p:cNvPr id="4" name="Slide Number Placeholder 3"/>
          <p:cNvSpPr>
            <a:spLocks noGrp="1"/>
          </p:cNvSpPr>
          <p:nvPr>
            <p:ph type="sldNum" sz="quarter" idx="5"/>
          </p:nvPr>
        </p:nvSpPr>
        <p:spPr/>
        <p:txBody>
          <a:bodyPr/>
          <a:lstStyle/>
          <a:p>
            <a:fld id="{BB95879C-89B8-400B-8703-56CDE1787D0E}" type="slidenum">
              <a:rPr lang="es-ES" smtClean="0"/>
              <a:t>10</a:t>
            </a:fld>
            <a:endParaRPr lang="es-ES"/>
          </a:p>
        </p:txBody>
      </p:sp>
    </p:spTree>
    <p:extLst>
      <p:ext uri="{BB962C8B-B14F-4D97-AF65-F5344CB8AC3E}">
        <p14:creationId xmlns:p14="http://schemas.microsoft.com/office/powerpoint/2010/main" val="340177093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i="0" kern="1200">
                <a:solidFill>
                  <a:schemeClr val="tx1"/>
                </a:solidFill>
                <a:effectLst/>
                <a:latin typeface="+mn-lt"/>
                <a:ea typeface="+mn-ea"/>
                <a:cs typeface="+mn-cs"/>
              </a:rPr>
              <a:t>Core Capabilities</a:t>
            </a:r>
          </a:p>
          <a:p>
            <a:endParaRPr lang="en-US" sz="1200" b="1" i="0" kern="1200">
              <a:solidFill>
                <a:schemeClr val="tx1"/>
              </a:solidFill>
              <a:effectLst/>
              <a:latin typeface="+mn-lt"/>
              <a:ea typeface="+mn-ea"/>
              <a:cs typeface="+mn-cs"/>
            </a:endParaRPr>
          </a:p>
          <a:p>
            <a:pPr marL="171450" indent="-171450">
              <a:buFont typeface="Arial" panose="020B0604020202020204" pitchFamily="34" charset="0"/>
              <a:buChar char="•"/>
            </a:pPr>
            <a:r>
              <a:rPr lang="en-US" sz="1200" b="1" i="0" kern="1200">
                <a:solidFill>
                  <a:schemeClr val="tx1"/>
                </a:solidFill>
                <a:effectLst/>
                <a:latin typeface="+mn-lt"/>
                <a:ea typeface="+mn-ea"/>
                <a:cs typeface="+mn-cs"/>
              </a:rPr>
              <a:t>Agent Identity</a:t>
            </a:r>
            <a:r>
              <a:rPr lang="en-US" sz="1200" b="0" i="0" kern="1200">
                <a:solidFill>
                  <a:schemeClr val="tx1"/>
                </a:solidFill>
                <a:effectLst/>
                <a:latin typeface="+mn-lt"/>
                <a:ea typeface="+mn-ea"/>
                <a:cs typeface="+mn-cs"/>
              </a:rPr>
              <a:t>: With </a:t>
            </a:r>
            <a:r>
              <a:rPr lang="en-US" sz="1200" b="0" i="0" kern="1200" err="1">
                <a:solidFill>
                  <a:schemeClr val="tx1"/>
                </a:solidFill>
                <a:effectLst/>
                <a:latin typeface="+mn-lt"/>
                <a:ea typeface="+mn-ea"/>
                <a:cs typeface="+mn-cs"/>
              </a:rPr>
              <a:t>Dapr</a:t>
            </a:r>
            <a:r>
              <a:rPr lang="en-US" sz="1200" b="0" i="0" kern="1200">
                <a:solidFill>
                  <a:schemeClr val="tx1"/>
                </a:solidFill>
                <a:effectLst/>
                <a:latin typeface="+mn-lt"/>
                <a:ea typeface="+mn-ea"/>
                <a:cs typeface="+mn-cs"/>
              </a:rPr>
              <a:t> Agents, each agent is assigned a unique cryptographic identity that is used to authenticate agent interactions and enforce authorization across services and infrastructure.</a:t>
            </a:r>
          </a:p>
          <a:p>
            <a:pPr marL="171450" indent="-171450">
              <a:buFont typeface="Arial" panose="020B0604020202020204" pitchFamily="34" charset="0"/>
              <a:buChar char="•"/>
            </a:pPr>
            <a:r>
              <a:rPr lang="en-US" sz="1200" b="1" i="0" kern="1200">
                <a:solidFill>
                  <a:schemeClr val="tx1"/>
                </a:solidFill>
                <a:effectLst/>
                <a:latin typeface="+mn-lt"/>
                <a:ea typeface="+mn-ea"/>
                <a:cs typeface="+mn-cs"/>
              </a:rPr>
              <a:t>Durable Execution</a:t>
            </a:r>
            <a:r>
              <a:rPr lang="en-US" sz="1200" b="0" i="0" kern="1200">
                <a:solidFill>
                  <a:schemeClr val="tx1"/>
                </a:solidFill>
                <a:effectLst/>
                <a:latin typeface="+mn-lt"/>
                <a:ea typeface="+mn-ea"/>
                <a:cs typeface="+mn-cs"/>
              </a:rPr>
              <a:t>: Agents created with </a:t>
            </a:r>
            <a:r>
              <a:rPr lang="en-US" sz="1200" b="0" i="0" kern="1200" err="1">
                <a:solidFill>
                  <a:schemeClr val="tx1"/>
                </a:solidFill>
                <a:effectLst/>
                <a:latin typeface="+mn-lt"/>
                <a:ea typeface="+mn-ea"/>
                <a:cs typeface="+mn-cs"/>
              </a:rPr>
              <a:t>Dapr</a:t>
            </a:r>
            <a:r>
              <a:rPr lang="en-US" sz="1200" b="0" i="0" kern="1200">
                <a:solidFill>
                  <a:schemeClr val="tx1"/>
                </a:solidFill>
                <a:effectLst/>
                <a:latin typeface="+mn-lt"/>
                <a:ea typeface="+mn-ea"/>
                <a:cs typeface="+mn-cs"/>
              </a:rPr>
              <a:t> Agents are backed by </a:t>
            </a:r>
            <a:r>
              <a:rPr lang="en-US" sz="1200" b="0" i="0" kern="1200" err="1">
                <a:solidFill>
                  <a:schemeClr val="tx1"/>
                </a:solidFill>
                <a:effectLst/>
                <a:latin typeface="+mn-lt"/>
                <a:ea typeface="+mn-ea"/>
                <a:cs typeface="+mn-cs"/>
              </a:rPr>
              <a:t>Dapr’s</a:t>
            </a:r>
            <a:r>
              <a:rPr lang="en-US" sz="1200" b="0" i="0" kern="1200">
                <a:solidFill>
                  <a:schemeClr val="tx1"/>
                </a:solidFill>
                <a:effectLst/>
                <a:latin typeface="+mn-lt"/>
                <a:ea typeface="+mn-ea"/>
                <a:cs typeface="+mn-cs"/>
              </a:rPr>
              <a:t> workflow engine, which persists every agent interaction with LLMs and tools into a durable state store that can recover and continue execution even after the agent restarts.</a:t>
            </a:r>
          </a:p>
          <a:p>
            <a:pPr marL="171450" indent="-171450">
              <a:buFont typeface="Arial" panose="020B0604020202020204" pitchFamily="34" charset="0"/>
              <a:buChar char="•"/>
            </a:pPr>
            <a:r>
              <a:rPr lang="en-US" sz="1200" b="1" i="0" kern="1200">
                <a:solidFill>
                  <a:schemeClr val="tx1"/>
                </a:solidFill>
                <a:effectLst/>
                <a:latin typeface="+mn-lt"/>
                <a:ea typeface="+mn-ea"/>
                <a:cs typeface="+mn-cs"/>
              </a:rPr>
              <a:t>Resilience</a:t>
            </a:r>
            <a:r>
              <a:rPr lang="en-US" sz="1200" b="0" i="0" kern="1200">
                <a:solidFill>
                  <a:schemeClr val="tx1"/>
                </a:solidFill>
                <a:effectLst/>
                <a:latin typeface="+mn-lt"/>
                <a:ea typeface="+mn-ea"/>
                <a:cs typeface="+mn-cs"/>
              </a:rPr>
              <a:t>: </a:t>
            </a:r>
            <a:r>
              <a:rPr lang="en-US" sz="1200" b="0" i="0" kern="1200" err="1">
                <a:solidFill>
                  <a:schemeClr val="tx1"/>
                </a:solidFill>
                <a:effectLst/>
                <a:latin typeface="+mn-lt"/>
                <a:ea typeface="+mn-ea"/>
                <a:cs typeface="+mn-cs"/>
              </a:rPr>
              <a:t>Dapr</a:t>
            </a:r>
            <a:r>
              <a:rPr lang="en-US" sz="1200" b="0" i="0" kern="1200">
                <a:solidFill>
                  <a:schemeClr val="tx1"/>
                </a:solidFill>
                <a:effectLst/>
                <a:latin typeface="+mn-lt"/>
                <a:ea typeface="+mn-ea"/>
                <a:cs typeface="+mn-cs"/>
              </a:rPr>
              <a:t> Agents can recover from transient failures with automatic retry policies, timeouts, and circuit breakers, and can also apply durable retries backed by workflow state to recover from longer-lasting failures.</a:t>
            </a:r>
          </a:p>
          <a:p>
            <a:pPr marL="171450" indent="-171450">
              <a:buFont typeface="Arial" panose="020B0604020202020204" pitchFamily="34" charset="0"/>
              <a:buChar char="•"/>
            </a:pPr>
            <a:r>
              <a:rPr lang="en-US" sz="1200" b="1" i="0" kern="1200">
                <a:solidFill>
                  <a:schemeClr val="tx1"/>
                </a:solidFill>
                <a:effectLst/>
                <a:latin typeface="+mn-lt"/>
                <a:ea typeface="+mn-ea"/>
                <a:cs typeface="+mn-cs"/>
              </a:rPr>
              <a:t>Scale and Efficiency</a:t>
            </a:r>
            <a:r>
              <a:rPr lang="en-US" sz="1200" b="0" i="0" kern="1200">
                <a:solidFill>
                  <a:schemeClr val="tx1"/>
                </a:solidFill>
                <a:effectLst/>
                <a:latin typeface="+mn-lt"/>
                <a:ea typeface="+mn-ea"/>
                <a:cs typeface="+mn-cs"/>
              </a:rPr>
              <a:t>: Run thousands of agents efficiently on a single core. </a:t>
            </a:r>
            <a:r>
              <a:rPr lang="en-US" sz="1200" b="0" i="0" kern="1200" err="1">
                <a:solidFill>
                  <a:schemeClr val="tx1"/>
                </a:solidFill>
                <a:effectLst/>
                <a:latin typeface="+mn-lt"/>
                <a:ea typeface="+mn-ea"/>
                <a:cs typeface="+mn-cs"/>
              </a:rPr>
              <a:t>Dapr</a:t>
            </a:r>
            <a:r>
              <a:rPr lang="en-US" sz="1200" b="0" i="0" kern="1200">
                <a:solidFill>
                  <a:schemeClr val="tx1"/>
                </a:solidFill>
                <a:effectLst/>
                <a:latin typeface="+mn-lt"/>
                <a:ea typeface="+mn-ea"/>
                <a:cs typeface="+mn-cs"/>
              </a:rPr>
              <a:t> distributes single and multi-agent apps transparently across fleets of machines and handles their lifecycle.</a:t>
            </a:r>
          </a:p>
          <a:p>
            <a:pPr marL="171450" indent="-171450">
              <a:buFont typeface="Arial" panose="020B0604020202020204" pitchFamily="34" charset="0"/>
              <a:buChar char="•"/>
            </a:pPr>
            <a:r>
              <a:rPr lang="en-US" sz="1200" b="1" i="0" kern="1200">
                <a:solidFill>
                  <a:schemeClr val="tx1"/>
                </a:solidFill>
                <a:effectLst/>
                <a:latin typeface="+mn-lt"/>
                <a:ea typeface="+mn-ea"/>
                <a:cs typeface="+mn-cs"/>
              </a:rPr>
              <a:t>Data-Driven Agents</a:t>
            </a:r>
            <a:r>
              <a:rPr lang="en-US" sz="1200" b="0" i="0" kern="1200">
                <a:solidFill>
                  <a:schemeClr val="tx1"/>
                </a:solidFill>
                <a:effectLst/>
                <a:latin typeface="+mn-lt"/>
                <a:ea typeface="+mn-ea"/>
                <a:cs typeface="+mn-cs"/>
              </a:rPr>
              <a:t>: Directly integrate with databases, documents, and unstructured data by connecting to dozens of different data sources.</a:t>
            </a:r>
          </a:p>
          <a:p>
            <a:pPr marL="171450" indent="-171450">
              <a:buFont typeface="Arial" panose="020B0604020202020204" pitchFamily="34" charset="0"/>
              <a:buChar char="•"/>
            </a:pPr>
            <a:r>
              <a:rPr lang="en-US" sz="1200" b="1" i="0" kern="1200">
                <a:solidFill>
                  <a:schemeClr val="tx1"/>
                </a:solidFill>
                <a:effectLst/>
                <a:latin typeface="+mn-lt"/>
                <a:ea typeface="+mn-ea"/>
                <a:cs typeface="+mn-cs"/>
              </a:rPr>
              <a:t>Multi-Agent Systems</a:t>
            </a:r>
            <a:r>
              <a:rPr lang="en-US" sz="1200" b="0" i="0" kern="1200">
                <a:solidFill>
                  <a:schemeClr val="tx1"/>
                </a:solidFill>
                <a:effectLst/>
                <a:latin typeface="+mn-lt"/>
                <a:ea typeface="+mn-ea"/>
                <a:cs typeface="+mn-cs"/>
              </a:rPr>
              <a:t>: Secure and observable by default, enabling collaboration between agents.</a:t>
            </a:r>
          </a:p>
          <a:p>
            <a:pPr marL="171450" indent="-171450">
              <a:buFont typeface="Arial" panose="020B0604020202020204" pitchFamily="34" charset="0"/>
              <a:buChar char="•"/>
            </a:pPr>
            <a:r>
              <a:rPr lang="en-US" sz="1200" b="1" i="0" kern="1200">
                <a:solidFill>
                  <a:schemeClr val="tx1"/>
                </a:solidFill>
                <a:effectLst/>
                <a:latin typeface="+mn-lt"/>
                <a:ea typeface="+mn-ea"/>
                <a:cs typeface="+mn-cs"/>
              </a:rPr>
              <a:t>Kubernetes-Native</a:t>
            </a:r>
            <a:r>
              <a:rPr lang="en-US" sz="1200" b="0" i="0" kern="1200">
                <a:solidFill>
                  <a:schemeClr val="tx1"/>
                </a:solidFill>
                <a:effectLst/>
                <a:latin typeface="+mn-lt"/>
                <a:ea typeface="+mn-ea"/>
                <a:cs typeface="+mn-cs"/>
              </a:rPr>
              <a:t>: Easily deploy and manage agents in Kubernetes environments.</a:t>
            </a:r>
          </a:p>
          <a:p>
            <a:pPr marL="171450" indent="-171450">
              <a:buFont typeface="Arial" panose="020B0604020202020204" pitchFamily="34" charset="0"/>
              <a:buChar char="•"/>
            </a:pPr>
            <a:r>
              <a:rPr lang="en-US" sz="1200" b="1" i="0" kern="1200">
                <a:solidFill>
                  <a:schemeClr val="tx1"/>
                </a:solidFill>
                <a:effectLst/>
                <a:latin typeface="+mn-lt"/>
                <a:ea typeface="+mn-ea"/>
                <a:cs typeface="+mn-cs"/>
              </a:rPr>
              <a:t>Platform-Ready</a:t>
            </a:r>
            <a:r>
              <a:rPr lang="en-US" sz="1200" b="0" i="0" kern="1200">
                <a:solidFill>
                  <a:schemeClr val="tx1"/>
                </a:solidFill>
                <a:effectLst/>
                <a:latin typeface="+mn-lt"/>
                <a:ea typeface="+mn-ea"/>
                <a:cs typeface="+mn-cs"/>
              </a:rPr>
              <a:t>: Access scopes and declarative resources enable platform teams to integrate </a:t>
            </a:r>
            <a:r>
              <a:rPr lang="en-US" sz="1200" b="0" i="0" kern="1200" err="1">
                <a:solidFill>
                  <a:schemeClr val="tx1"/>
                </a:solidFill>
                <a:effectLst/>
                <a:latin typeface="+mn-lt"/>
                <a:ea typeface="+mn-ea"/>
                <a:cs typeface="+mn-cs"/>
              </a:rPr>
              <a:t>Dapr</a:t>
            </a:r>
            <a:r>
              <a:rPr lang="en-US" sz="1200" b="0" i="0" kern="1200">
                <a:solidFill>
                  <a:schemeClr val="tx1"/>
                </a:solidFill>
                <a:effectLst/>
                <a:latin typeface="+mn-lt"/>
                <a:ea typeface="+mn-ea"/>
                <a:cs typeface="+mn-cs"/>
              </a:rPr>
              <a:t> Agents into their systems.</a:t>
            </a:r>
          </a:p>
          <a:p>
            <a:pPr marL="171450" indent="-171450">
              <a:buFont typeface="Arial" panose="020B0604020202020204" pitchFamily="34" charset="0"/>
              <a:buChar char="•"/>
            </a:pPr>
            <a:r>
              <a:rPr lang="en-US" sz="1200" b="1" i="0" kern="1200">
                <a:solidFill>
                  <a:schemeClr val="tx1"/>
                </a:solidFill>
                <a:effectLst/>
                <a:latin typeface="+mn-lt"/>
                <a:ea typeface="+mn-ea"/>
                <a:cs typeface="+mn-cs"/>
              </a:rPr>
              <a:t>Vendor-Neutral &amp; Open Source</a:t>
            </a:r>
            <a:r>
              <a:rPr lang="en-US" sz="1200" b="0" i="0" kern="1200">
                <a:solidFill>
                  <a:schemeClr val="tx1"/>
                </a:solidFill>
                <a:effectLst/>
                <a:latin typeface="+mn-lt"/>
                <a:ea typeface="+mn-ea"/>
                <a:cs typeface="+mn-cs"/>
              </a:rPr>
              <a:t>: Avoid vendor lock-in and gain flexibility across cloud and on-premises deployments.</a:t>
            </a:r>
            <a:endParaRPr lang="es-ES"/>
          </a:p>
        </p:txBody>
      </p:sp>
      <p:sp>
        <p:nvSpPr>
          <p:cNvPr id="4" name="Slide Number Placeholder 3"/>
          <p:cNvSpPr>
            <a:spLocks noGrp="1"/>
          </p:cNvSpPr>
          <p:nvPr>
            <p:ph type="sldNum" sz="quarter" idx="5"/>
          </p:nvPr>
        </p:nvSpPr>
        <p:spPr/>
        <p:txBody>
          <a:bodyPr/>
          <a:lstStyle/>
          <a:p>
            <a:fld id="{BB95879C-89B8-400B-8703-56CDE1787D0E}" type="slidenum">
              <a:rPr lang="es-ES" smtClean="0"/>
              <a:t>11</a:t>
            </a:fld>
            <a:endParaRPr lang="es-ES"/>
          </a:p>
        </p:txBody>
      </p:sp>
    </p:spTree>
    <p:extLst>
      <p:ext uri="{BB962C8B-B14F-4D97-AF65-F5344CB8AC3E}">
        <p14:creationId xmlns:p14="http://schemas.microsoft.com/office/powerpoint/2010/main" val="43167935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8C5805-2004-8200-0B1D-957F62A2FCD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25FE90E-B4BD-77F8-C174-EE39B79738D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5642143-98BC-8DCF-5779-884D987D212D}"/>
              </a:ext>
            </a:extLst>
          </p:cNvPr>
          <p:cNvSpPr>
            <a:spLocks noGrp="1"/>
          </p:cNvSpPr>
          <p:nvPr>
            <p:ph type="body" idx="1"/>
          </p:nvPr>
        </p:nvSpPr>
        <p:spPr/>
        <p:txBody>
          <a:bodyPr/>
          <a:lstStyle/>
          <a:p>
            <a:r>
              <a:rPr lang="en-US" sz="1200" b="1" i="0" kern="1200">
                <a:solidFill>
                  <a:schemeClr val="tx1"/>
                </a:solidFill>
                <a:effectLst/>
                <a:latin typeface="+mn-lt"/>
                <a:ea typeface="+mn-ea"/>
                <a:cs typeface="+mn-cs"/>
              </a:rPr>
              <a:t>Key Feature</a:t>
            </a:r>
          </a:p>
          <a:p>
            <a:endParaRPr lang="en-US" sz="1200" b="1" i="0" kern="1200">
              <a:solidFill>
                <a:schemeClr val="tx1"/>
              </a:solidFill>
              <a:effectLst/>
              <a:latin typeface="+mn-lt"/>
              <a:ea typeface="+mn-ea"/>
              <a:cs typeface="+mn-cs"/>
            </a:endParaRPr>
          </a:p>
          <a:p>
            <a:pPr fontAlgn="t"/>
            <a:r>
              <a:rPr lang="en-US" sz="1200" b="1" i="0" u="none" strike="noStrike" kern="1200">
                <a:solidFill>
                  <a:schemeClr val="tx1"/>
                </a:solidFill>
                <a:effectLst/>
                <a:latin typeface="+mn-lt"/>
                <a:ea typeface="+mn-ea"/>
                <a:cs typeface="+mn-cs"/>
                <a:hlinkClick r:id="rId3"/>
              </a:rPr>
              <a:t>LLM Integration</a:t>
            </a:r>
            <a:r>
              <a:rPr lang="en-US" sz="1200" b="1" i="0" u="none" strike="noStrike" kern="1200">
                <a:solidFill>
                  <a:schemeClr val="tx1"/>
                </a:solidFill>
                <a:effectLst/>
                <a:latin typeface="+mn-lt"/>
                <a:ea typeface="+mn-ea"/>
                <a:cs typeface="+mn-cs"/>
              </a:rPr>
              <a:t>: </a:t>
            </a:r>
            <a:r>
              <a:rPr lang="en-US" sz="1200" b="0" i="0" kern="1200">
                <a:solidFill>
                  <a:schemeClr val="tx1"/>
                </a:solidFill>
                <a:effectLst/>
                <a:latin typeface="+mn-lt"/>
                <a:ea typeface="+mn-ea"/>
                <a:cs typeface="+mn-cs"/>
              </a:rPr>
              <a:t>It abstracts the LLM inference API for chat completion using the </a:t>
            </a:r>
            <a:r>
              <a:rPr lang="en-US" sz="1200" b="0" i="0" kern="1200" err="1">
                <a:solidFill>
                  <a:schemeClr val="tx1"/>
                </a:solidFill>
                <a:effectLst/>
                <a:latin typeface="+mn-lt"/>
                <a:ea typeface="+mn-ea"/>
                <a:cs typeface="+mn-cs"/>
              </a:rPr>
              <a:t>Dapr</a:t>
            </a:r>
            <a:r>
              <a:rPr lang="en-US" sz="1200" b="0" i="0" kern="1200">
                <a:solidFill>
                  <a:schemeClr val="tx1"/>
                </a:solidFill>
                <a:effectLst/>
                <a:latin typeface="+mn-lt"/>
                <a:ea typeface="+mn-ea"/>
                <a:cs typeface="+mn-cs"/>
              </a:rPr>
              <a:t> </a:t>
            </a:r>
            <a:r>
              <a:rPr lang="en-US" sz="1200" b="0" i="0" u="none" strike="noStrike" kern="1200">
                <a:solidFill>
                  <a:schemeClr val="tx1"/>
                </a:solidFill>
                <a:effectLst/>
                <a:latin typeface="+mn-lt"/>
                <a:ea typeface="+mn-ea"/>
                <a:cs typeface="+mn-cs"/>
                <a:hlinkClick r:id="rId4"/>
              </a:rPr>
              <a:t>Conversation API</a:t>
            </a:r>
            <a:r>
              <a:rPr lang="en-US" sz="1200" b="0" i="0" kern="1200">
                <a:solidFill>
                  <a:schemeClr val="tx1"/>
                </a:solidFill>
                <a:effectLst/>
                <a:latin typeface="+mn-lt"/>
                <a:ea typeface="+mn-ea"/>
                <a:cs typeface="+mn-cs"/>
              </a:rPr>
              <a:t>, enabling you to swap LLM providers without changing high-level agent code, and includes native clients for embeddings, audio, and other specialized integrations.</a:t>
            </a:r>
          </a:p>
          <a:p>
            <a:pPr marL="0" marR="0" lvl="0" indent="0" algn="l" defTabSz="914400" rtl="0" eaLnBrk="1" fontAlgn="t" latinLnBrk="0" hangingPunct="1">
              <a:lnSpc>
                <a:spcPct val="100000"/>
              </a:lnSpc>
              <a:spcBef>
                <a:spcPts val="0"/>
              </a:spcBef>
              <a:spcAft>
                <a:spcPts val="0"/>
              </a:spcAft>
              <a:buClrTx/>
              <a:buSzTx/>
              <a:buFontTx/>
              <a:buNone/>
              <a:tabLst/>
              <a:defRPr/>
            </a:pPr>
            <a:r>
              <a:rPr lang="en-US" sz="1200" b="1" i="0" u="none" strike="noStrike" kern="1200">
                <a:solidFill>
                  <a:schemeClr val="tx1"/>
                </a:solidFill>
                <a:effectLst/>
                <a:latin typeface="+mn-lt"/>
                <a:ea typeface="+mn-ea"/>
                <a:cs typeface="+mn-cs"/>
                <a:hlinkClick r:id="rId5"/>
              </a:rPr>
              <a:t>Tool Selection</a:t>
            </a:r>
            <a:r>
              <a:rPr lang="en-US" sz="1200" b="1" i="0" u="none" strike="noStrike" kern="1200">
                <a:solidFill>
                  <a:schemeClr val="tx1"/>
                </a:solidFill>
                <a:effectLst/>
                <a:latin typeface="+mn-lt"/>
                <a:ea typeface="+mn-ea"/>
                <a:cs typeface="+mn-cs"/>
              </a:rPr>
              <a:t>: </a:t>
            </a:r>
            <a:r>
              <a:rPr lang="en-US" sz="1200" b="0" i="0" kern="1200">
                <a:solidFill>
                  <a:schemeClr val="tx1"/>
                </a:solidFill>
                <a:effectLst/>
                <a:latin typeface="+mn-lt"/>
                <a:ea typeface="+mn-ea"/>
                <a:cs typeface="+mn-cs"/>
              </a:rPr>
              <a:t>Dynamic tool selection based on requirements, best action, and execution through </a:t>
            </a:r>
            <a:r>
              <a:rPr lang="en-US" sz="1200" b="0" i="0" u="none" strike="noStrike" kern="1200">
                <a:solidFill>
                  <a:schemeClr val="tx1"/>
                </a:solidFill>
                <a:effectLst/>
                <a:latin typeface="+mn-lt"/>
                <a:ea typeface="+mn-ea"/>
                <a:cs typeface="+mn-cs"/>
                <a:hlinkClick r:id="rId6"/>
              </a:rPr>
              <a:t>Function Calling</a:t>
            </a:r>
            <a:r>
              <a:rPr lang="en-US" sz="1200" b="0" i="0" kern="1200">
                <a:solidFill>
                  <a:schemeClr val="tx1"/>
                </a:solidFill>
                <a:effectLst/>
                <a:latin typeface="+mn-lt"/>
                <a:ea typeface="+mn-ea"/>
                <a:cs typeface="+mn-cs"/>
              </a:rPr>
              <a:t> capabilities.</a:t>
            </a:r>
          </a:p>
          <a:p>
            <a:pPr marL="0" marR="0" lvl="0" indent="0" algn="l" defTabSz="914400" rtl="0" eaLnBrk="1" fontAlgn="t" latinLnBrk="0" hangingPunct="1">
              <a:lnSpc>
                <a:spcPct val="100000"/>
              </a:lnSpc>
              <a:spcBef>
                <a:spcPts val="0"/>
              </a:spcBef>
              <a:spcAft>
                <a:spcPts val="0"/>
              </a:spcAft>
              <a:buClrTx/>
              <a:buSzTx/>
              <a:buFontTx/>
              <a:buNone/>
              <a:tabLst/>
              <a:defRPr/>
            </a:pPr>
            <a:r>
              <a:rPr lang="en-US" sz="1200" b="1" i="0" u="none" strike="noStrike" kern="1200">
                <a:solidFill>
                  <a:schemeClr val="tx1"/>
                </a:solidFill>
                <a:effectLst/>
                <a:latin typeface="+mn-lt"/>
                <a:ea typeface="+mn-ea"/>
                <a:cs typeface="+mn-cs"/>
                <a:hlinkClick r:id="rId7"/>
              </a:rPr>
              <a:t>MCP Support</a:t>
            </a:r>
            <a:r>
              <a:rPr lang="en-US" sz="1200" b="1" i="0" u="none" strike="noStrike" kern="1200">
                <a:solidFill>
                  <a:schemeClr val="tx1"/>
                </a:solidFill>
                <a:effectLst/>
                <a:latin typeface="+mn-lt"/>
                <a:ea typeface="+mn-ea"/>
                <a:cs typeface="+mn-cs"/>
              </a:rPr>
              <a:t>: </a:t>
            </a:r>
            <a:r>
              <a:rPr lang="en-US" sz="1200" b="0" i="0" kern="1200">
                <a:solidFill>
                  <a:schemeClr val="tx1"/>
                </a:solidFill>
                <a:effectLst/>
                <a:latin typeface="+mn-lt"/>
                <a:ea typeface="+mn-ea"/>
                <a:cs typeface="+mn-cs"/>
              </a:rPr>
              <a:t>Built-in support for </a:t>
            </a:r>
            <a:r>
              <a:rPr lang="en-US" sz="1200" b="0" i="0" u="none" strike="noStrike" kern="1200">
                <a:solidFill>
                  <a:schemeClr val="tx1"/>
                </a:solidFill>
                <a:effectLst/>
                <a:latin typeface="+mn-lt"/>
                <a:ea typeface="+mn-ea"/>
                <a:cs typeface="+mn-cs"/>
                <a:hlinkClick r:id="rId8"/>
              </a:rPr>
              <a:t>Model Context Protocol</a:t>
            </a:r>
            <a:r>
              <a:rPr lang="en-US" sz="1200" b="0" i="0" kern="1200">
                <a:solidFill>
                  <a:schemeClr val="tx1"/>
                </a:solidFill>
                <a:effectLst/>
                <a:latin typeface="+mn-lt"/>
                <a:ea typeface="+mn-ea"/>
                <a:cs typeface="+mn-cs"/>
              </a:rPr>
              <a:t> enabling agents to dynamically discover and invoke external tools through standardized interfaces.</a:t>
            </a:r>
          </a:p>
          <a:p>
            <a:pPr marL="0" marR="0" lvl="0" indent="0" algn="l" defTabSz="914400" rtl="0" eaLnBrk="1" fontAlgn="t" latinLnBrk="0" hangingPunct="1">
              <a:lnSpc>
                <a:spcPct val="100000"/>
              </a:lnSpc>
              <a:spcBef>
                <a:spcPts val="0"/>
              </a:spcBef>
              <a:spcAft>
                <a:spcPts val="0"/>
              </a:spcAft>
              <a:buClrTx/>
              <a:buSzTx/>
              <a:buFontTx/>
              <a:buNone/>
              <a:tabLst/>
              <a:defRPr/>
            </a:pPr>
            <a:r>
              <a:rPr lang="en-US" sz="1200" b="1" i="0" u="none" strike="noStrike" kern="1200">
                <a:solidFill>
                  <a:schemeClr val="tx1"/>
                </a:solidFill>
                <a:effectLst/>
                <a:latin typeface="+mn-lt"/>
                <a:ea typeface="+mn-ea"/>
                <a:cs typeface="+mn-cs"/>
                <a:hlinkClick r:id="rId9"/>
              </a:rPr>
              <a:t>Memory Management</a:t>
            </a:r>
            <a:r>
              <a:rPr lang="en-US" sz="1200" b="1" i="0" u="none" strike="noStrike" kern="1200">
                <a:solidFill>
                  <a:schemeClr val="tx1"/>
                </a:solidFill>
                <a:effectLst/>
                <a:latin typeface="+mn-lt"/>
                <a:ea typeface="+mn-ea"/>
                <a:cs typeface="+mn-cs"/>
              </a:rPr>
              <a:t>: </a:t>
            </a:r>
            <a:r>
              <a:rPr lang="en-US" sz="1200" b="0" i="0" kern="1200">
                <a:solidFill>
                  <a:schemeClr val="tx1"/>
                </a:solidFill>
                <a:effectLst/>
                <a:latin typeface="+mn-lt"/>
                <a:ea typeface="+mn-ea"/>
                <a:cs typeface="+mn-cs"/>
              </a:rPr>
              <a:t>Retain context across interactions with options from simple in-memory lists to vector databases, integrating with </a:t>
            </a:r>
            <a:r>
              <a:rPr lang="en-US" sz="1200" b="0" i="0" u="none" strike="noStrike" kern="1200" err="1">
                <a:solidFill>
                  <a:schemeClr val="tx1"/>
                </a:solidFill>
                <a:effectLst/>
                <a:latin typeface="+mn-lt"/>
                <a:ea typeface="+mn-ea"/>
                <a:cs typeface="+mn-cs"/>
                <a:hlinkClick r:id="rId10"/>
              </a:rPr>
              <a:t>Dapr</a:t>
            </a:r>
            <a:r>
              <a:rPr lang="en-US" sz="1200" b="0" i="0" u="none" strike="noStrike" kern="1200">
                <a:solidFill>
                  <a:schemeClr val="tx1"/>
                </a:solidFill>
                <a:effectLst/>
                <a:latin typeface="+mn-lt"/>
                <a:ea typeface="+mn-ea"/>
                <a:cs typeface="+mn-cs"/>
                <a:hlinkClick r:id="rId10"/>
              </a:rPr>
              <a:t> state stores</a:t>
            </a:r>
            <a:r>
              <a:rPr lang="en-US" sz="1200" b="0" i="0" kern="1200">
                <a:solidFill>
                  <a:schemeClr val="tx1"/>
                </a:solidFill>
                <a:effectLst/>
                <a:latin typeface="+mn-lt"/>
                <a:ea typeface="+mn-ea"/>
                <a:cs typeface="+mn-cs"/>
              </a:rPr>
              <a:t> for scalable, persistent memory.</a:t>
            </a:r>
          </a:p>
          <a:p>
            <a:pPr marL="0" marR="0" lvl="0" indent="0" algn="l" defTabSz="914400" rtl="0" eaLnBrk="1" fontAlgn="t" latinLnBrk="0" hangingPunct="1">
              <a:lnSpc>
                <a:spcPct val="100000"/>
              </a:lnSpc>
              <a:spcBef>
                <a:spcPts val="0"/>
              </a:spcBef>
              <a:spcAft>
                <a:spcPts val="0"/>
              </a:spcAft>
              <a:buClrTx/>
              <a:buSzTx/>
              <a:buFontTx/>
              <a:buNone/>
              <a:tabLst/>
              <a:defRPr/>
            </a:pPr>
            <a:r>
              <a:rPr lang="en-US" sz="1200" b="1" i="0" u="none" strike="noStrike" kern="1200">
                <a:solidFill>
                  <a:schemeClr val="tx1"/>
                </a:solidFill>
                <a:effectLst/>
                <a:latin typeface="+mn-lt"/>
                <a:ea typeface="+mn-ea"/>
                <a:cs typeface="+mn-cs"/>
                <a:hlinkClick r:id="rId11"/>
              </a:rPr>
              <a:t>Durable Agents</a:t>
            </a:r>
            <a:r>
              <a:rPr lang="en-US" sz="1200" b="1" i="0" u="none" strike="noStrike" kern="1200">
                <a:solidFill>
                  <a:schemeClr val="tx1"/>
                </a:solidFill>
                <a:effectLst/>
                <a:latin typeface="+mn-lt"/>
                <a:ea typeface="+mn-ea"/>
                <a:cs typeface="+mn-cs"/>
              </a:rPr>
              <a:t>: </a:t>
            </a:r>
            <a:r>
              <a:rPr lang="en-US" sz="1200" b="0" i="0" kern="1200">
                <a:solidFill>
                  <a:schemeClr val="tx1"/>
                </a:solidFill>
                <a:effectLst/>
                <a:latin typeface="+mn-lt"/>
                <a:ea typeface="+mn-ea"/>
                <a:cs typeface="+mn-cs"/>
              </a:rPr>
              <a:t>Workflow-backed agents that provide fault-tolerant execution with persistent state management and automatic retry mechanisms for long-running processes.</a:t>
            </a:r>
          </a:p>
          <a:p>
            <a:pPr marL="0" marR="0" lvl="0" indent="0" algn="l" defTabSz="914400" rtl="0" eaLnBrk="1" fontAlgn="t" latinLnBrk="0" hangingPunct="1">
              <a:lnSpc>
                <a:spcPct val="100000"/>
              </a:lnSpc>
              <a:spcBef>
                <a:spcPts val="0"/>
              </a:spcBef>
              <a:spcAft>
                <a:spcPts val="0"/>
              </a:spcAft>
              <a:buClrTx/>
              <a:buSzTx/>
              <a:buFontTx/>
              <a:buNone/>
              <a:tabLst/>
              <a:defRPr/>
            </a:pPr>
            <a:r>
              <a:rPr lang="en-US" sz="1200" b="1" i="0" u="none" strike="noStrike" kern="1200">
                <a:solidFill>
                  <a:schemeClr val="tx1"/>
                </a:solidFill>
                <a:effectLst/>
                <a:latin typeface="+mn-lt"/>
                <a:ea typeface="+mn-ea"/>
                <a:cs typeface="+mn-cs"/>
                <a:hlinkClick r:id="rId12"/>
              </a:rPr>
              <a:t>Agent Runner</a:t>
            </a:r>
            <a:r>
              <a:rPr lang="en-US" sz="1200" b="1" i="0" u="none" strike="noStrike" kern="1200">
                <a:solidFill>
                  <a:schemeClr val="tx1"/>
                </a:solidFill>
                <a:effectLst/>
                <a:latin typeface="+mn-lt"/>
                <a:ea typeface="+mn-ea"/>
                <a:cs typeface="+mn-cs"/>
              </a:rPr>
              <a:t>: </a:t>
            </a:r>
            <a:r>
              <a:rPr lang="en-US" sz="1200" b="0" i="0" kern="1200">
                <a:solidFill>
                  <a:schemeClr val="tx1"/>
                </a:solidFill>
                <a:effectLst/>
                <a:latin typeface="+mn-lt"/>
                <a:ea typeface="+mn-ea"/>
                <a:cs typeface="+mn-cs"/>
              </a:rPr>
              <a:t>Expose agents over HTTP or subscribe to a </a:t>
            </a:r>
            <a:r>
              <a:rPr lang="en-US" sz="1200" b="0" i="0" kern="1200" err="1">
                <a:solidFill>
                  <a:schemeClr val="tx1"/>
                </a:solidFill>
                <a:effectLst/>
                <a:latin typeface="+mn-lt"/>
                <a:ea typeface="+mn-ea"/>
                <a:cs typeface="+mn-cs"/>
              </a:rPr>
              <a:t>PubSub</a:t>
            </a:r>
            <a:r>
              <a:rPr lang="en-US" sz="1200" b="0" i="0" kern="1200">
                <a:solidFill>
                  <a:schemeClr val="tx1"/>
                </a:solidFill>
                <a:effectLst/>
                <a:latin typeface="+mn-lt"/>
                <a:ea typeface="+mn-ea"/>
                <a:cs typeface="+mn-cs"/>
              </a:rPr>
              <a:t> for long-running tasks, enabling API access to agents without requiring a user interface or human intervention.</a:t>
            </a:r>
          </a:p>
          <a:p>
            <a:pPr marL="0" marR="0" lvl="0" indent="0" algn="l" defTabSz="914400" rtl="0" eaLnBrk="1" fontAlgn="t" latinLnBrk="0" hangingPunct="1">
              <a:lnSpc>
                <a:spcPct val="100000"/>
              </a:lnSpc>
              <a:spcBef>
                <a:spcPts val="0"/>
              </a:spcBef>
              <a:spcAft>
                <a:spcPts val="0"/>
              </a:spcAft>
              <a:buClrTx/>
              <a:buSzTx/>
              <a:buFontTx/>
              <a:buNone/>
              <a:tabLst/>
              <a:defRPr/>
            </a:pPr>
            <a:r>
              <a:rPr lang="en-US" sz="1200" b="1" i="0" u="none" strike="noStrike" kern="1200">
                <a:solidFill>
                  <a:schemeClr val="tx1"/>
                </a:solidFill>
                <a:effectLst/>
                <a:latin typeface="+mn-lt"/>
                <a:ea typeface="+mn-ea"/>
                <a:cs typeface="+mn-cs"/>
                <a:hlinkClick r:id="rId13"/>
              </a:rPr>
              <a:t>Event-Driven Communication</a:t>
            </a:r>
            <a:r>
              <a:rPr lang="en-US" sz="1200" b="1" i="0" u="none" strike="noStrike" kern="1200">
                <a:solidFill>
                  <a:schemeClr val="tx1"/>
                </a:solidFill>
                <a:effectLst/>
                <a:latin typeface="+mn-lt"/>
                <a:ea typeface="+mn-ea"/>
                <a:cs typeface="+mn-cs"/>
              </a:rPr>
              <a:t>: </a:t>
            </a:r>
            <a:r>
              <a:rPr lang="en-US" sz="1200" b="0" i="0" kern="1200">
                <a:solidFill>
                  <a:schemeClr val="tx1"/>
                </a:solidFill>
                <a:effectLst/>
                <a:latin typeface="+mn-lt"/>
                <a:ea typeface="+mn-ea"/>
                <a:cs typeface="+mn-cs"/>
              </a:rPr>
              <a:t>Enable agent collaboration through </a:t>
            </a:r>
            <a:r>
              <a:rPr lang="en-US" sz="1200" b="0" i="0" u="none" strike="noStrike" kern="1200">
                <a:solidFill>
                  <a:schemeClr val="tx1"/>
                </a:solidFill>
                <a:effectLst/>
                <a:latin typeface="+mn-lt"/>
                <a:ea typeface="+mn-ea"/>
                <a:cs typeface="+mn-cs"/>
                <a:hlinkClick r:id="rId14"/>
              </a:rPr>
              <a:t>Pub/Sub messaging</a:t>
            </a:r>
            <a:r>
              <a:rPr lang="en-US" sz="1200" b="0" i="0" kern="1200">
                <a:solidFill>
                  <a:schemeClr val="tx1"/>
                </a:solidFill>
                <a:effectLst/>
                <a:latin typeface="+mn-lt"/>
                <a:ea typeface="+mn-ea"/>
                <a:cs typeface="+mn-cs"/>
              </a:rPr>
              <a:t> for event-driven communication, task distribution, and real-time coordination in distributed systems.</a:t>
            </a:r>
          </a:p>
          <a:p>
            <a:pPr fontAlgn="t"/>
            <a:r>
              <a:rPr lang="en-US" sz="1200" b="1" i="0" u="none" strike="noStrike" kern="1200">
                <a:solidFill>
                  <a:schemeClr val="tx1"/>
                </a:solidFill>
                <a:effectLst/>
                <a:latin typeface="+mn-lt"/>
                <a:ea typeface="+mn-ea"/>
                <a:cs typeface="+mn-cs"/>
                <a:hlinkClick r:id="rId15"/>
              </a:rPr>
              <a:t>Agent Orchestration</a:t>
            </a:r>
            <a:r>
              <a:rPr lang="en-US" sz="1200" b="1" i="0" u="none" strike="noStrike" kern="1200">
                <a:solidFill>
                  <a:schemeClr val="tx1"/>
                </a:solidFill>
                <a:effectLst/>
                <a:latin typeface="+mn-lt"/>
                <a:ea typeface="+mn-ea"/>
                <a:cs typeface="+mn-cs"/>
              </a:rPr>
              <a:t>: </a:t>
            </a:r>
            <a:r>
              <a:rPr lang="en-US" sz="1200" b="0" i="0" kern="1200">
                <a:solidFill>
                  <a:schemeClr val="tx1"/>
                </a:solidFill>
                <a:effectLst/>
                <a:latin typeface="+mn-lt"/>
                <a:ea typeface="+mn-ea"/>
                <a:cs typeface="+mn-cs"/>
              </a:rPr>
              <a:t>Deterministic agent orchestration using </a:t>
            </a:r>
            <a:r>
              <a:rPr lang="en-US" sz="1200" b="0" i="0" u="none" strike="noStrike" kern="1200" err="1">
                <a:solidFill>
                  <a:schemeClr val="tx1"/>
                </a:solidFill>
                <a:effectLst/>
                <a:latin typeface="+mn-lt"/>
                <a:ea typeface="+mn-ea"/>
                <a:cs typeface="+mn-cs"/>
                <a:hlinkClick r:id="rId16"/>
              </a:rPr>
              <a:t>Dapr</a:t>
            </a:r>
            <a:r>
              <a:rPr lang="en-US" sz="1200" b="0" i="0" u="none" strike="noStrike" kern="1200">
                <a:solidFill>
                  <a:schemeClr val="tx1"/>
                </a:solidFill>
                <a:effectLst/>
                <a:latin typeface="+mn-lt"/>
                <a:ea typeface="+mn-ea"/>
                <a:cs typeface="+mn-cs"/>
                <a:hlinkClick r:id="rId16"/>
              </a:rPr>
              <a:t> Workflows</a:t>
            </a:r>
            <a:r>
              <a:rPr lang="en-US" sz="1200" b="0" i="0" kern="1200">
                <a:solidFill>
                  <a:schemeClr val="tx1"/>
                </a:solidFill>
                <a:effectLst/>
                <a:latin typeface="+mn-lt"/>
                <a:ea typeface="+mn-ea"/>
                <a:cs typeface="+mn-cs"/>
              </a:rPr>
              <a:t> with higher-level tasks that interact with LLMs for complex multi-step processes.</a:t>
            </a:r>
          </a:p>
          <a:p>
            <a:pPr marL="0" marR="0" lvl="0" indent="0" algn="l" defTabSz="914400" rtl="0" eaLnBrk="1" fontAlgn="t" latinLnBrk="0" hangingPunct="1">
              <a:lnSpc>
                <a:spcPct val="100000"/>
              </a:lnSpc>
              <a:spcBef>
                <a:spcPts val="0"/>
              </a:spcBef>
              <a:spcAft>
                <a:spcPts val="0"/>
              </a:spcAft>
              <a:buClrTx/>
              <a:buSzTx/>
              <a:buFontTx/>
              <a:buNone/>
              <a:tabLst/>
              <a:defRPr/>
            </a:pPr>
            <a:endParaRPr lang="en-US" sz="1200" b="0" i="0" kern="1200">
              <a:solidFill>
                <a:schemeClr val="tx1"/>
              </a:solidFill>
              <a:effectLst/>
              <a:latin typeface="+mn-lt"/>
              <a:ea typeface="+mn-ea"/>
              <a:cs typeface="+mn-cs"/>
            </a:endParaRPr>
          </a:p>
          <a:p>
            <a:pPr marL="0" marR="0" lvl="0" indent="0" algn="l" defTabSz="914400" rtl="0" eaLnBrk="1" fontAlgn="t" latinLnBrk="0" hangingPunct="1">
              <a:lnSpc>
                <a:spcPct val="100000"/>
              </a:lnSpc>
              <a:spcBef>
                <a:spcPts val="0"/>
              </a:spcBef>
              <a:spcAft>
                <a:spcPts val="0"/>
              </a:spcAft>
              <a:buClrTx/>
              <a:buSzTx/>
              <a:buFontTx/>
              <a:buNone/>
              <a:tabLst/>
              <a:defRPr/>
            </a:pPr>
            <a:endParaRPr lang="en-US" sz="1200" b="0" i="0" kern="1200">
              <a:solidFill>
                <a:schemeClr val="tx1"/>
              </a:solidFill>
              <a:effectLst/>
              <a:latin typeface="+mn-lt"/>
              <a:ea typeface="+mn-ea"/>
              <a:cs typeface="+mn-cs"/>
            </a:endParaRPr>
          </a:p>
          <a:p>
            <a:pPr marL="0" marR="0" lvl="0" indent="0" algn="l" defTabSz="914400" rtl="0" eaLnBrk="1" fontAlgn="t" latinLnBrk="0" hangingPunct="1">
              <a:lnSpc>
                <a:spcPct val="100000"/>
              </a:lnSpc>
              <a:spcBef>
                <a:spcPts val="0"/>
              </a:spcBef>
              <a:spcAft>
                <a:spcPts val="0"/>
              </a:spcAft>
              <a:buClrTx/>
              <a:buSzTx/>
              <a:buFontTx/>
              <a:buNone/>
              <a:tabLst/>
              <a:defRPr/>
            </a:pPr>
            <a:endParaRPr lang="en-US" sz="1200" b="0" i="0" kern="1200">
              <a:solidFill>
                <a:schemeClr val="tx1"/>
              </a:solidFill>
              <a:effectLst/>
              <a:latin typeface="+mn-lt"/>
              <a:ea typeface="+mn-ea"/>
              <a:cs typeface="+mn-cs"/>
            </a:endParaRPr>
          </a:p>
          <a:p>
            <a:pPr fontAlgn="t"/>
            <a:endParaRPr lang="en-US" sz="1200" b="0" i="0" kern="1200">
              <a:solidFill>
                <a:schemeClr val="tx1"/>
              </a:solidFill>
              <a:effectLst/>
              <a:latin typeface="+mn-lt"/>
              <a:ea typeface="+mn-ea"/>
              <a:cs typeface="+mn-cs"/>
            </a:endParaRPr>
          </a:p>
        </p:txBody>
      </p:sp>
      <p:sp>
        <p:nvSpPr>
          <p:cNvPr id="4" name="Slide Number Placeholder 3">
            <a:extLst>
              <a:ext uri="{FF2B5EF4-FFF2-40B4-BE49-F238E27FC236}">
                <a16:creationId xmlns:a16="http://schemas.microsoft.com/office/drawing/2014/main" id="{1E137D4C-0E31-43F5-F6FB-F19A866CF2BE}"/>
              </a:ext>
            </a:extLst>
          </p:cNvPr>
          <p:cNvSpPr>
            <a:spLocks noGrp="1"/>
          </p:cNvSpPr>
          <p:nvPr>
            <p:ph type="sldNum" sz="quarter" idx="5"/>
          </p:nvPr>
        </p:nvSpPr>
        <p:spPr/>
        <p:txBody>
          <a:bodyPr/>
          <a:lstStyle/>
          <a:p>
            <a:fld id="{BB95879C-89B8-400B-8703-56CDE1787D0E}" type="slidenum">
              <a:rPr lang="es-ES" smtClean="0"/>
              <a:t>12</a:t>
            </a:fld>
            <a:endParaRPr lang="es-ES"/>
          </a:p>
        </p:txBody>
      </p:sp>
    </p:spTree>
    <p:extLst>
      <p:ext uri="{BB962C8B-B14F-4D97-AF65-F5344CB8AC3E}">
        <p14:creationId xmlns:p14="http://schemas.microsoft.com/office/powerpoint/2010/main" val="334630919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038FAE-FD45-CB30-154E-A1DC1C86C47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A406893-005C-31EA-0C65-802241D340E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ECF47A6-D8BC-9CC9-E060-C05AA98909CA}"/>
              </a:ext>
            </a:extLst>
          </p:cNvPr>
          <p:cNvSpPr>
            <a:spLocks noGrp="1"/>
          </p:cNvSpPr>
          <p:nvPr>
            <p:ph type="body" idx="1"/>
          </p:nvPr>
        </p:nvSpPr>
        <p:spPr/>
        <p:txBody>
          <a:bodyPr/>
          <a:lstStyle/>
          <a:p>
            <a:r>
              <a:rPr lang="en-US" sz="1200" b="0" i="0" kern="1200" err="1">
                <a:solidFill>
                  <a:schemeClr val="tx1"/>
                </a:solidFill>
                <a:effectLst/>
                <a:latin typeface="+mn-lt"/>
                <a:ea typeface="+mn-ea"/>
                <a:cs typeface="+mn-cs"/>
              </a:rPr>
              <a:t>Dapr</a:t>
            </a:r>
            <a:r>
              <a:rPr lang="en-US" sz="1200" b="0" i="0" kern="1200">
                <a:solidFill>
                  <a:schemeClr val="tx1"/>
                </a:solidFill>
                <a:effectLst/>
                <a:latin typeface="+mn-lt"/>
                <a:ea typeface="+mn-ea"/>
                <a:cs typeface="+mn-cs"/>
              </a:rPr>
              <a:t> Agents provides a unified interface to connect with LLM inference APIs. </a:t>
            </a:r>
          </a:p>
          <a:p>
            <a:r>
              <a:rPr lang="en-US" sz="1200" b="0" i="0" kern="1200">
                <a:solidFill>
                  <a:schemeClr val="tx1"/>
                </a:solidFill>
                <a:effectLst/>
                <a:latin typeface="+mn-lt"/>
                <a:ea typeface="+mn-ea"/>
                <a:cs typeface="+mn-cs"/>
              </a:rPr>
              <a:t>This abstraction allows developers to seamlessly integrate their agents with cutting-edge language models for reasoning and decision-making. The framework includes multiple LLM clients for different providers and modalities:</a:t>
            </a:r>
          </a:p>
        </p:txBody>
      </p:sp>
      <p:sp>
        <p:nvSpPr>
          <p:cNvPr id="4" name="Slide Number Placeholder 3">
            <a:extLst>
              <a:ext uri="{FF2B5EF4-FFF2-40B4-BE49-F238E27FC236}">
                <a16:creationId xmlns:a16="http://schemas.microsoft.com/office/drawing/2014/main" id="{40BCED10-90E5-86F2-C242-E54D756B8E25}"/>
              </a:ext>
            </a:extLst>
          </p:cNvPr>
          <p:cNvSpPr>
            <a:spLocks noGrp="1"/>
          </p:cNvSpPr>
          <p:nvPr>
            <p:ph type="sldNum" sz="quarter" idx="5"/>
          </p:nvPr>
        </p:nvSpPr>
        <p:spPr/>
        <p:txBody>
          <a:bodyPr/>
          <a:lstStyle/>
          <a:p>
            <a:fld id="{BB95879C-89B8-400B-8703-56CDE1787D0E}" type="slidenum">
              <a:rPr lang="es-ES" smtClean="0"/>
              <a:t>13</a:t>
            </a:fld>
            <a:endParaRPr lang="es-ES"/>
          </a:p>
        </p:txBody>
      </p:sp>
    </p:spTree>
    <p:extLst>
      <p:ext uri="{BB962C8B-B14F-4D97-AF65-F5344CB8AC3E}">
        <p14:creationId xmlns:p14="http://schemas.microsoft.com/office/powerpoint/2010/main" val="365483521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E791E7-D80F-B7AB-E8AA-BD7E89D6C8B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67DA591-8CF8-9E34-75C2-3BAF4BAB9A1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C34062C-D5A6-BCBD-EC59-232E63FF39F2}"/>
              </a:ext>
            </a:extLst>
          </p:cNvPr>
          <p:cNvSpPr>
            <a:spLocks noGrp="1"/>
          </p:cNvSpPr>
          <p:nvPr>
            <p:ph type="body" idx="1"/>
          </p:nvPr>
        </p:nvSpPr>
        <p:spPr/>
        <p:txBody>
          <a:bodyPr/>
          <a:lstStyle/>
          <a:p>
            <a:r>
              <a:rPr lang="en-US" sz="1200" b="0" i="0" kern="1200" err="1">
                <a:solidFill>
                  <a:schemeClr val="tx1"/>
                </a:solidFill>
                <a:effectLst/>
                <a:latin typeface="+mn-lt"/>
                <a:ea typeface="+mn-ea"/>
                <a:cs typeface="+mn-cs"/>
              </a:rPr>
              <a:t>Dapr</a:t>
            </a:r>
            <a:r>
              <a:rPr lang="en-US" sz="1200" b="0" i="0" kern="1200">
                <a:solidFill>
                  <a:schemeClr val="tx1"/>
                </a:solidFill>
                <a:effectLst/>
                <a:latin typeface="+mn-lt"/>
                <a:ea typeface="+mn-ea"/>
                <a:cs typeface="+mn-cs"/>
              </a:rPr>
              <a:t> Agents provides a unified interface to connect with LLM inference APIs. </a:t>
            </a:r>
          </a:p>
          <a:p>
            <a:r>
              <a:rPr lang="en-US" sz="1200" b="0" i="0" kern="1200">
                <a:solidFill>
                  <a:schemeClr val="tx1"/>
                </a:solidFill>
                <a:effectLst/>
                <a:latin typeface="+mn-lt"/>
                <a:ea typeface="+mn-ea"/>
                <a:cs typeface="+mn-cs"/>
              </a:rPr>
              <a:t>This abstraction allows developers to seamlessly integrate their agents with cutting-edge language models for reasoning and decision-making. The framework includes multiple LLM clients for different providers and modalities:</a:t>
            </a:r>
          </a:p>
        </p:txBody>
      </p:sp>
      <p:sp>
        <p:nvSpPr>
          <p:cNvPr id="4" name="Slide Number Placeholder 3">
            <a:extLst>
              <a:ext uri="{FF2B5EF4-FFF2-40B4-BE49-F238E27FC236}">
                <a16:creationId xmlns:a16="http://schemas.microsoft.com/office/drawing/2014/main" id="{045ED608-2A38-4901-AE7F-A20F83F751DE}"/>
              </a:ext>
            </a:extLst>
          </p:cNvPr>
          <p:cNvSpPr>
            <a:spLocks noGrp="1"/>
          </p:cNvSpPr>
          <p:nvPr>
            <p:ph type="sldNum" sz="quarter" idx="5"/>
          </p:nvPr>
        </p:nvSpPr>
        <p:spPr/>
        <p:txBody>
          <a:bodyPr/>
          <a:lstStyle/>
          <a:p>
            <a:fld id="{BB95879C-89B8-400B-8703-56CDE1787D0E}" type="slidenum">
              <a:rPr lang="es-ES" smtClean="0"/>
              <a:t>14</a:t>
            </a:fld>
            <a:endParaRPr lang="es-ES"/>
          </a:p>
        </p:txBody>
      </p:sp>
    </p:spTree>
    <p:extLst>
      <p:ext uri="{BB962C8B-B14F-4D97-AF65-F5344CB8AC3E}">
        <p14:creationId xmlns:p14="http://schemas.microsoft.com/office/powerpoint/2010/main" val="239830299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C2F624-AEC6-107F-ABE7-14F93BE6AC2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F781DD4-44F8-85EE-C2F4-EDDD676403F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28ED350-146C-21AE-366A-5A5582E6C80A}"/>
              </a:ext>
            </a:extLst>
          </p:cNvPr>
          <p:cNvSpPr>
            <a:spLocks noGrp="1"/>
          </p:cNvSpPr>
          <p:nvPr>
            <p:ph type="body" idx="1"/>
          </p:nvPr>
        </p:nvSpPr>
        <p:spPr/>
        <p:txBody>
          <a:bodyPr/>
          <a:lstStyle/>
          <a:p>
            <a:r>
              <a:rPr lang="en-US" sz="1200" b="0" i="0" kern="1200">
                <a:solidFill>
                  <a:schemeClr val="tx1"/>
                </a:solidFill>
                <a:effectLst/>
                <a:latin typeface="+mn-lt"/>
                <a:ea typeface="+mn-ea"/>
                <a:cs typeface="+mn-cs"/>
              </a:rPr>
              <a:t>Tool Calling is an essential pattern in autonomous agent design, allowing AI agents to interact dynamically with external tools based on user input. Agents dynamically select the appropriate tool for a given task, using LLMs to analyze requirements and choose the best action.</a:t>
            </a:r>
          </a:p>
          <a:p>
            <a:pPr marL="228600" indent="-228600">
              <a:buFont typeface="+mj-lt"/>
              <a:buAutoNum type="arabicPeriod"/>
            </a:pPr>
            <a:r>
              <a:rPr lang="en-US" sz="1200" b="0" i="0" kern="1200">
                <a:solidFill>
                  <a:schemeClr val="tx1"/>
                </a:solidFill>
                <a:effectLst/>
                <a:latin typeface="+mn-lt"/>
                <a:ea typeface="+mn-ea"/>
                <a:cs typeface="+mn-cs"/>
              </a:rPr>
              <a:t>The user submits a query specifying a task and the available tools.</a:t>
            </a:r>
          </a:p>
          <a:p>
            <a:pPr marL="228600" indent="-228600">
              <a:buFont typeface="+mj-lt"/>
              <a:buAutoNum type="arabicPeriod"/>
            </a:pPr>
            <a:r>
              <a:rPr lang="en-US" sz="1200" b="0" i="0" kern="1200">
                <a:solidFill>
                  <a:schemeClr val="tx1"/>
                </a:solidFill>
                <a:effectLst/>
                <a:latin typeface="+mn-lt"/>
                <a:ea typeface="+mn-ea"/>
                <a:cs typeface="+mn-cs"/>
              </a:rPr>
              <a:t>The LLM analyzes the query and selects the right tool for the task.</a:t>
            </a:r>
          </a:p>
          <a:p>
            <a:pPr marL="228600" indent="-228600">
              <a:buFont typeface="+mj-lt"/>
              <a:buAutoNum type="arabicPeriod"/>
            </a:pPr>
            <a:r>
              <a:rPr lang="en-US" sz="1200" b="0" i="0" kern="1200">
                <a:solidFill>
                  <a:schemeClr val="tx1"/>
                </a:solidFill>
                <a:effectLst/>
                <a:latin typeface="+mn-lt"/>
                <a:ea typeface="+mn-ea"/>
                <a:cs typeface="+mn-cs"/>
              </a:rPr>
              <a:t>The LLM provides a structured JSON output containing the tool’s unique ID, name, and arguments.</a:t>
            </a:r>
          </a:p>
          <a:p>
            <a:pPr marL="228600" indent="-228600">
              <a:buFont typeface="+mj-lt"/>
              <a:buAutoNum type="arabicPeriod"/>
            </a:pPr>
            <a:r>
              <a:rPr lang="en-US" sz="1200" b="0" i="0" kern="1200">
                <a:solidFill>
                  <a:schemeClr val="tx1"/>
                </a:solidFill>
                <a:effectLst/>
                <a:latin typeface="+mn-lt"/>
                <a:ea typeface="+mn-ea"/>
                <a:cs typeface="+mn-cs"/>
              </a:rPr>
              <a:t>The AI agent parses the JSON, executes the tool with the provided arguments, and sends the results back as a tool message.</a:t>
            </a:r>
          </a:p>
          <a:p>
            <a:pPr marL="228600" indent="-228600">
              <a:buFont typeface="+mj-lt"/>
              <a:buAutoNum type="arabicPeriod"/>
            </a:pPr>
            <a:r>
              <a:rPr lang="en-US" sz="1200" b="0" i="0" kern="1200">
                <a:solidFill>
                  <a:schemeClr val="tx1"/>
                </a:solidFill>
                <a:effectLst/>
                <a:latin typeface="+mn-lt"/>
                <a:ea typeface="+mn-ea"/>
                <a:cs typeface="+mn-cs"/>
              </a:rPr>
              <a:t>The LLM then summarizes the tool’s execution results within the user’s context to deliver a comprehensive final response.</a:t>
            </a:r>
          </a:p>
          <a:p>
            <a:endParaRPr lang="en-US" sz="1200" b="0" i="0" kern="1200">
              <a:solidFill>
                <a:schemeClr val="tx1"/>
              </a:solidFill>
              <a:effectLst/>
              <a:latin typeface="+mn-lt"/>
              <a:ea typeface="+mn-ea"/>
              <a:cs typeface="+mn-cs"/>
            </a:endParaRPr>
          </a:p>
        </p:txBody>
      </p:sp>
      <p:sp>
        <p:nvSpPr>
          <p:cNvPr id="4" name="Slide Number Placeholder 3">
            <a:extLst>
              <a:ext uri="{FF2B5EF4-FFF2-40B4-BE49-F238E27FC236}">
                <a16:creationId xmlns:a16="http://schemas.microsoft.com/office/drawing/2014/main" id="{F929A9B2-528A-D48E-57FB-B751076104AE}"/>
              </a:ext>
            </a:extLst>
          </p:cNvPr>
          <p:cNvSpPr>
            <a:spLocks noGrp="1"/>
          </p:cNvSpPr>
          <p:nvPr>
            <p:ph type="sldNum" sz="quarter" idx="5"/>
          </p:nvPr>
        </p:nvSpPr>
        <p:spPr/>
        <p:txBody>
          <a:bodyPr/>
          <a:lstStyle/>
          <a:p>
            <a:fld id="{BB95879C-89B8-400B-8703-56CDE1787D0E}" type="slidenum">
              <a:rPr lang="es-ES" smtClean="0"/>
              <a:t>15</a:t>
            </a:fld>
            <a:endParaRPr lang="es-ES"/>
          </a:p>
        </p:txBody>
      </p:sp>
    </p:spTree>
    <p:extLst>
      <p:ext uri="{BB962C8B-B14F-4D97-AF65-F5344CB8AC3E}">
        <p14:creationId xmlns:p14="http://schemas.microsoft.com/office/powerpoint/2010/main" val="192614351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606D8E-F858-40FE-A7B8-00FCE5FF721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AEE6281-4A8B-8FA9-67D6-15752DF76FF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BEBD34B-0BCD-A115-1D65-80968EE1F7FD}"/>
              </a:ext>
            </a:extLst>
          </p:cNvPr>
          <p:cNvSpPr>
            <a:spLocks noGrp="1"/>
          </p:cNvSpPr>
          <p:nvPr>
            <p:ph type="body" idx="1"/>
          </p:nvPr>
        </p:nvSpPr>
        <p:spPr/>
        <p:txBody>
          <a:bodyPr/>
          <a:lstStyle/>
          <a:p>
            <a:endParaRPr lang="en-US" sz="1200" b="0" i="0" kern="1200">
              <a:solidFill>
                <a:schemeClr val="tx1"/>
              </a:solidFill>
              <a:effectLst/>
              <a:latin typeface="+mn-lt"/>
              <a:ea typeface="+mn-ea"/>
              <a:cs typeface="+mn-cs"/>
            </a:endParaRPr>
          </a:p>
        </p:txBody>
      </p:sp>
      <p:sp>
        <p:nvSpPr>
          <p:cNvPr id="4" name="Slide Number Placeholder 3">
            <a:extLst>
              <a:ext uri="{FF2B5EF4-FFF2-40B4-BE49-F238E27FC236}">
                <a16:creationId xmlns:a16="http://schemas.microsoft.com/office/drawing/2014/main" id="{055361ED-0C64-F5AF-E437-6F7950034A53}"/>
              </a:ext>
            </a:extLst>
          </p:cNvPr>
          <p:cNvSpPr>
            <a:spLocks noGrp="1"/>
          </p:cNvSpPr>
          <p:nvPr>
            <p:ph type="sldNum" sz="quarter" idx="5"/>
          </p:nvPr>
        </p:nvSpPr>
        <p:spPr/>
        <p:txBody>
          <a:bodyPr/>
          <a:lstStyle/>
          <a:p>
            <a:fld id="{BB95879C-89B8-400B-8703-56CDE1787D0E}" type="slidenum">
              <a:rPr lang="es-ES" smtClean="0"/>
              <a:t>16</a:t>
            </a:fld>
            <a:endParaRPr lang="es-ES"/>
          </a:p>
        </p:txBody>
      </p:sp>
    </p:spTree>
    <p:extLst>
      <p:ext uri="{BB962C8B-B14F-4D97-AF65-F5344CB8AC3E}">
        <p14:creationId xmlns:p14="http://schemas.microsoft.com/office/powerpoint/2010/main" val="305662357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E6C68F-E67A-A8E9-7273-70E206FB3DD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FD34362-3081-119B-3281-8EF8E5421B6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C97FC01-0DD2-62D5-6BBB-228C6545663F}"/>
              </a:ext>
            </a:extLst>
          </p:cNvPr>
          <p:cNvSpPr>
            <a:spLocks noGrp="1"/>
          </p:cNvSpPr>
          <p:nvPr>
            <p:ph type="body" idx="1"/>
          </p:nvPr>
        </p:nvSpPr>
        <p:spPr/>
        <p:txBody>
          <a:bodyPr/>
          <a:lstStyle/>
          <a:p>
            <a:endParaRPr lang="en-US" sz="1200" b="0" i="0" kern="1200">
              <a:solidFill>
                <a:schemeClr val="tx1"/>
              </a:solidFill>
              <a:effectLst/>
              <a:latin typeface="+mn-lt"/>
              <a:ea typeface="+mn-ea"/>
              <a:cs typeface="+mn-cs"/>
            </a:endParaRPr>
          </a:p>
        </p:txBody>
      </p:sp>
      <p:sp>
        <p:nvSpPr>
          <p:cNvPr id="4" name="Slide Number Placeholder 3">
            <a:extLst>
              <a:ext uri="{FF2B5EF4-FFF2-40B4-BE49-F238E27FC236}">
                <a16:creationId xmlns:a16="http://schemas.microsoft.com/office/drawing/2014/main" id="{D162A583-0E87-E9EF-4EDE-630936B67267}"/>
              </a:ext>
            </a:extLst>
          </p:cNvPr>
          <p:cNvSpPr>
            <a:spLocks noGrp="1"/>
          </p:cNvSpPr>
          <p:nvPr>
            <p:ph type="sldNum" sz="quarter" idx="5"/>
          </p:nvPr>
        </p:nvSpPr>
        <p:spPr/>
        <p:txBody>
          <a:bodyPr/>
          <a:lstStyle/>
          <a:p>
            <a:fld id="{BB95879C-89B8-400B-8703-56CDE1787D0E}" type="slidenum">
              <a:rPr lang="es-ES" smtClean="0"/>
              <a:t>17</a:t>
            </a:fld>
            <a:endParaRPr lang="es-ES"/>
          </a:p>
        </p:txBody>
      </p:sp>
    </p:spTree>
    <p:extLst>
      <p:ext uri="{BB962C8B-B14F-4D97-AF65-F5344CB8AC3E}">
        <p14:creationId xmlns:p14="http://schemas.microsoft.com/office/powerpoint/2010/main" val="98124508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BBE748-714E-B751-4ABE-C89AD577960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3E4205B-6360-4F76-4F1C-64FD6165B62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437C4F2-3120-1049-61B8-2787C734AE1D}"/>
              </a:ext>
            </a:extLst>
          </p:cNvPr>
          <p:cNvSpPr>
            <a:spLocks noGrp="1"/>
          </p:cNvSpPr>
          <p:nvPr>
            <p:ph type="body" idx="1"/>
          </p:nvPr>
        </p:nvSpPr>
        <p:spPr/>
        <p:txBody>
          <a:bodyPr/>
          <a:lstStyle/>
          <a:p>
            <a:r>
              <a:rPr lang="en-US" sz="1200" b="0" i="0" kern="1200">
                <a:solidFill>
                  <a:schemeClr val="tx1"/>
                </a:solidFill>
                <a:effectLst/>
                <a:latin typeface="+mn-lt"/>
                <a:ea typeface="+mn-ea"/>
                <a:cs typeface="+mn-cs"/>
              </a:rPr>
              <a:t>Agents retain context across interactions, enhancing their ability to provide coherent and adaptive responses. </a:t>
            </a:r>
          </a:p>
          <a:p>
            <a:r>
              <a:rPr lang="en-US" sz="1200" b="0" i="0" kern="1200">
                <a:solidFill>
                  <a:schemeClr val="tx1"/>
                </a:solidFill>
                <a:effectLst/>
                <a:latin typeface="+mn-lt"/>
                <a:ea typeface="+mn-ea"/>
                <a:cs typeface="+mn-cs"/>
              </a:rPr>
              <a:t>Memory options range from simple in-memory lists for managing chat history to vector databases for semantic search, and also integrates with </a:t>
            </a:r>
            <a:r>
              <a:rPr lang="en-US" sz="1200" b="0" i="0" kern="1200" err="1">
                <a:solidFill>
                  <a:schemeClr val="tx1"/>
                </a:solidFill>
                <a:effectLst/>
                <a:latin typeface="+mn-lt"/>
                <a:ea typeface="+mn-ea"/>
                <a:cs typeface="+mn-cs"/>
              </a:rPr>
              <a:t>Dapr</a:t>
            </a:r>
            <a:r>
              <a:rPr lang="en-US" sz="1200" b="0" i="0" kern="1200">
                <a:solidFill>
                  <a:schemeClr val="tx1"/>
                </a:solidFill>
                <a:effectLst/>
                <a:latin typeface="+mn-lt"/>
                <a:ea typeface="+mn-ea"/>
                <a:cs typeface="+mn-cs"/>
              </a:rPr>
              <a:t> state stores, for scalable and persistent memory for advanced use cases from 28 different state store providers.</a:t>
            </a:r>
          </a:p>
        </p:txBody>
      </p:sp>
      <p:sp>
        <p:nvSpPr>
          <p:cNvPr id="4" name="Slide Number Placeholder 3">
            <a:extLst>
              <a:ext uri="{FF2B5EF4-FFF2-40B4-BE49-F238E27FC236}">
                <a16:creationId xmlns:a16="http://schemas.microsoft.com/office/drawing/2014/main" id="{6291602A-F3F4-F250-D1B4-4535FC1DC09A}"/>
              </a:ext>
            </a:extLst>
          </p:cNvPr>
          <p:cNvSpPr>
            <a:spLocks noGrp="1"/>
          </p:cNvSpPr>
          <p:nvPr>
            <p:ph type="sldNum" sz="quarter" idx="5"/>
          </p:nvPr>
        </p:nvSpPr>
        <p:spPr/>
        <p:txBody>
          <a:bodyPr/>
          <a:lstStyle/>
          <a:p>
            <a:fld id="{BB95879C-89B8-400B-8703-56CDE1787D0E}" type="slidenum">
              <a:rPr lang="es-ES" smtClean="0"/>
              <a:t>18</a:t>
            </a:fld>
            <a:endParaRPr lang="es-ES"/>
          </a:p>
        </p:txBody>
      </p:sp>
    </p:spTree>
    <p:extLst>
      <p:ext uri="{BB962C8B-B14F-4D97-AF65-F5344CB8AC3E}">
        <p14:creationId xmlns:p14="http://schemas.microsoft.com/office/powerpoint/2010/main" val="10858950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0F4C51-A35F-C621-DFD2-7C52260DE45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67A9359-DA3F-8B5A-5AF7-51F9C1642D2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F8B05AD-5029-72A0-9B36-00DCDF663C17}"/>
              </a:ext>
            </a:extLst>
          </p:cNvPr>
          <p:cNvSpPr>
            <a:spLocks noGrp="1"/>
          </p:cNvSpPr>
          <p:nvPr>
            <p:ph type="body" idx="1"/>
          </p:nvPr>
        </p:nvSpPr>
        <p:spPr/>
        <p:txBody>
          <a:bodyPr/>
          <a:lstStyle/>
          <a:p>
            <a:endParaRPr lang="en-US" sz="1200" b="0" i="0" kern="1200">
              <a:solidFill>
                <a:schemeClr val="tx1"/>
              </a:solidFill>
              <a:effectLst/>
              <a:latin typeface="+mn-lt"/>
              <a:ea typeface="+mn-ea"/>
              <a:cs typeface="+mn-cs"/>
            </a:endParaRPr>
          </a:p>
        </p:txBody>
      </p:sp>
      <p:sp>
        <p:nvSpPr>
          <p:cNvPr id="4" name="Slide Number Placeholder 3">
            <a:extLst>
              <a:ext uri="{FF2B5EF4-FFF2-40B4-BE49-F238E27FC236}">
                <a16:creationId xmlns:a16="http://schemas.microsoft.com/office/drawing/2014/main" id="{8AE65AB5-F692-B9A9-5859-AA2703C16DF4}"/>
              </a:ext>
            </a:extLst>
          </p:cNvPr>
          <p:cNvSpPr>
            <a:spLocks noGrp="1"/>
          </p:cNvSpPr>
          <p:nvPr>
            <p:ph type="sldNum" sz="quarter" idx="5"/>
          </p:nvPr>
        </p:nvSpPr>
        <p:spPr/>
        <p:txBody>
          <a:bodyPr/>
          <a:lstStyle/>
          <a:p>
            <a:fld id="{BB95879C-89B8-400B-8703-56CDE1787D0E}" type="slidenum">
              <a:rPr lang="es-ES" smtClean="0"/>
              <a:t>19</a:t>
            </a:fld>
            <a:endParaRPr lang="es-ES"/>
          </a:p>
        </p:txBody>
      </p:sp>
    </p:spTree>
    <p:extLst>
      <p:ext uri="{BB962C8B-B14F-4D97-AF65-F5344CB8AC3E}">
        <p14:creationId xmlns:p14="http://schemas.microsoft.com/office/powerpoint/2010/main" val="152967996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US" sz="1200" b="0" i="0" kern="1200">
                <a:solidFill>
                  <a:schemeClr val="tx1"/>
                </a:solidFill>
                <a:effectLst/>
                <a:latin typeface="+mn-lt"/>
                <a:ea typeface="+mn-ea"/>
                <a:cs typeface="+mn-cs"/>
              </a:rPr>
              <a:t>Event-driven agent orchestration enables multiple specialized agents to collaborate through asynchronous </a:t>
            </a:r>
            <a:r>
              <a:rPr lang="en-US" sz="1200" b="0" i="0" u="none" strike="noStrike" kern="1200">
                <a:solidFill>
                  <a:schemeClr val="tx1"/>
                </a:solidFill>
                <a:effectLst/>
                <a:latin typeface="+mn-lt"/>
                <a:ea typeface="+mn-ea"/>
                <a:cs typeface="+mn-cs"/>
                <a:hlinkClick r:id="rId3"/>
              </a:rPr>
              <a:t>Pub/Sub messaging</a:t>
            </a:r>
            <a:r>
              <a:rPr lang="en-US" sz="1200" b="0" i="0" kern="1200">
                <a:solidFill>
                  <a:schemeClr val="tx1"/>
                </a:solidFill>
                <a:effectLst/>
                <a:latin typeface="+mn-lt"/>
                <a:ea typeface="+mn-ea"/>
                <a:cs typeface="+mn-cs"/>
              </a:rPr>
              <a:t>. This approach provides powerful collaborative problem-solving, parallel processing, and division of responsibilities among specialized agents through independent scaling, resilience via service isolation, and clear separation of responsibilities.</a:t>
            </a:r>
          </a:p>
          <a:p>
            <a:endParaRPr lang="en-US" sz="1200" b="0" i="0" kern="1200">
              <a:solidFill>
                <a:schemeClr val="tx1"/>
              </a:solidFill>
              <a:effectLst/>
              <a:latin typeface="+mn-lt"/>
              <a:ea typeface="+mn-ea"/>
              <a:cs typeface="+mn-cs"/>
            </a:endParaRPr>
          </a:p>
          <a:p>
            <a:pPr marL="171450" indent="-171450">
              <a:buFont typeface="Arial" panose="020B0604020202020204" pitchFamily="34" charset="0"/>
              <a:buChar char="•"/>
            </a:pPr>
            <a:r>
              <a:rPr lang="en-US" sz="1200" b="0" i="0" kern="1200">
                <a:solidFill>
                  <a:schemeClr val="tx1"/>
                </a:solidFill>
                <a:effectLst/>
                <a:latin typeface="+mn-lt"/>
                <a:ea typeface="+mn-ea"/>
                <a:cs typeface="+mn-cs"/>
              </a:rPr>
              <a:t>The orchestrator coordinates interactions between agents and manages conversation flow by selecting appropriate agents, managing interaction sequences, and tracking progress. </a:t>
            </a:r>
            <a:r>
              <a:rPr lang="en-US" sz="1200" b="0" i="0" kern="1200" err="1">
                <a:solidFill>
                  <a:schemeClr val="tx1"/>
                </a:solidFill>
                <a:effectLst/>
                <a:latin typeface="+mn-lt"/>
                <a:ea typeface="+mn-ea"/>
                <a:cs typeface="+mn-cs"/>
              </a:rPr>
              <a:t>Dapr</a:t>
            </a:r>
            <a:r>
              <a:rPr lang="en-US" sz="1200" b="0" i="0" kern="1200">
                <a:solidFill>
                  <a:schemeClr val="tx1"/>
                </a:solidFill>
                <a:effectLst/>
                <a:latin typeface="+mn-lt"/>
                <a:ea typeface="+mn-ea"/>
                <a:cs typeface="+mn-cs"/>
              </a:rPr>
              <a:t> Agents offers three orchestration strategies: Random, </a:t>
            </a:r>
            <a:r>
              <a:rPr lang="en-US" sz="1200" b="0" i="0" kern="1200" err="1">
                <a:solidFill>
                  <a:schemeClr val="tx1"/>
                </a:solidFill>
                <a:effectLst/>
                <a:latin typeface="+mn-lt"/>
                <a:ea typeface="+mn-ea"/>
                <a:cs typeface="+mn-cs"/>
              </a:rPr>
              <a:t>RoundRobin</a:t>
            </a:r>
            <a:r>
              <a:rPr lang="en-US" sz="1200" b="0" i="0" kern="1200">
                <a:solidFill>
                  <a:schemeClr val="tx1"/>
                </a:solidFill>
                <a:effectLst/>
                <a:latin typeface="+mn-lt"/>
                <a:ea typeface="+mn-ea"/>
                <a:cs typeface="+mn-cs"/>
              </a:rPr>
              <a:t>, and LLM-based orchestration.</a:t>
            </a:r>
            <a:endParaRPr lang="es-ES"/>
          </a:p>
        </p:txBody>
      </p:sp>
      <p:sp>
        <p:nvSpPr>
          <p:cNvPr id="4" name="Slide Number Placeholder 3"/>
          <p:cNvSpPr>
            <a:spLocks noGrp="1"/>
          </p:cNvSpPr>
          <p:nvPr>
            <p:ph type="sldNum" sz="quarter" idx="5"/>
          </p:nvPr>
        </p:nvSpPr>
        <p:spPr/>
        <p:txBody>
          <a:bodyPr/>
          <a:lstStyle/>
          <a:p>
            <a:fld id="{BB95879C-89B8-400B-8703-56CDE1787D0E}" type="slidenum">
              <a:rPr lang="es-ES" smtClean="0"/>
              <a:t>20</a:t>
            </a:fld>
            <a:endParaRPr lang="es-ES"/>
          </a:p>
        </p:txBody>
      </p:sp>
    </p:spTree>
    <p:extLst>
      <p:ext uri="{BB962C8B-B14F-4D97-AF65-F5344CB8AC3E}">
        <p14:creationId xmlns:p14="http://schemas.microsoft.com/office/powerpoint/2010/main" val="2946469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A61404-01A0-DDF4-1E9F-9C4B984A09D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972EE39-4C1F-2C70-E98D-1D8B2032C0B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CEB669F-3833-8619-218A-02A2A683B947}"/>
              </a:ext>
            </a:extLst>
          </p:cNvPr>
          <p:cNvSpPr>
            <a:spLocks noGrp="1"/>
          </p:cNvSpPr>
          <p:nvPr>
            <p:ph type="body" idx="1"/>
          </p:nvPr>
        </p:nvSpPr>
        <p:spPr/>
        <p:txBody>
          <a:bodyPr/>
          <a:lstStyle/>
          <a:p>
            <a:endParaRPr lang="es-ES"/>
          </a:p>
        </p:txBody>
      </p:sp>
      <p:sp>
        <p:nvSpPr>
          <p:cNvPr id="4" name="Slide Number Placeholder 3">
            <a:extLst>
              <a:ext uri="{FF2B5EF4-FFF2-40B4-BE49-F238E27FC236}">
                <a16:creationId xmlns:a16="http://schemas.microsoft.com/office/drawing/2014/main" id="{C2DD7A0F-77F4-EBA4-0CDA-0C72225B5EAD}"/>
              </a:ext>
            </a:extLst>
          </p:cNvPr>
          <p:cNvSpPr>
            <a:spLocks noGrp="1"/>
          </p:cNvSpPr>
          <p:nvPr>
            <p:ph type="sldNum" sz="quarter" idx="5"/>
          </p:nvPr>
        </p:nvSpPr>
        <p:spPr/>
        <p:txBody>
          <a:bodyPr/>
          <a:lstStyle/>
          <a:p>
            <a:fld id="{BB95879C-89B8-400B-8703-56CDE1787D0E}" type="slidenum">
              <a:rPr lang="es-ES" smtClean="0"/>
              <a:t>22</a:t>
            </a:fld>
            <a:endParaRPr lang="es-ES"/>
          </a:p>
        </p:txBody>
      </p:sp>
    </p:spTree>
    <p:extLst>
      <p:ext uri="{BB962C8B-B14F-4D97-AF65-F5344CB8AC3E}">
        <p14:creationId xmlns:p14="http://schemas.microsoft.com/office/powerpoint/2010/main" val="72411116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61FE7C-F82B-63F1-08AE-90956C33BA8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4DECC87-16B7-DCCA-600F-B270FAB7A5C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D9A1B8C-BCB6-F243-0206-5B609F0D2C09}"/>
              </a:ext>
            </a:extLst>
          </p:cNvPr>
          <p:cNvSpPr>
            <a:spLocks noGrp="1"/>
          </p:cNvSpPr>
          <p:nvPr>
            <p:ph type="body" idx="1"/>
          </p:nvPr>
        </p:nvSpPr>
        <p:spPr/>
        <p:txBody>
          <a:bodyPr/>
          <a:lstStyle/>
          <a:p>
            <a:endParaRPr lang="es-ES"/>
          </a:p>
        </p:txBody>
      </p:sp>
      <p:sp>
        <p:nvSpPr>
          <p:cNvPr id="4" name="Slide Number Placeholder 3">
            <a:extLst>
              <a:ext uri="{FF2B5EF4-FFF2-40B4-BE49-F238E27FC236}">
                <a16:creationId xmlns:a16="http://schemas.microsoft.com/office/drawing/2014/main" id="{51DBB094-B360-426E-76A9-5DD5AE1ABE65}"/>
              </a:ext>
            </a:extLst>
          </p:cNvPr>
          <p:cNvSpPr>
            <a:spLocks noGrp="1"/>
          </p:cNvSpPr>
          <p:nvPr>
            <p:ph type="sldNum" sz="quarter" idx="5"/>
          </p:nvPr>
        </p:nvSpPr>
        <p:spPr/>
        <p:txBody>
          <a:bodyPr/>
          <a:lstStyle/>
          <a:p>
            <a:fld id="{BB95879C-89B8-400B-8703-56CDE1787D0E}" type="slidenum">
              <a:rPr lang="es-ES" smtClean="0"/>
              <a:t>23</a:t>
            </a:fld>
            <a:endParaRPr lang="es-ES"/>
          </a:p>
        </p:txBody>
      </p:sp>
    </p:spTree>
    <p:extLst>
      <p:ext uri="{BB962C8B-B14F-4D97-AF65-F5344CB8AC3E}">
        <p14:creationId xmlns:p14="http://schemas.microsoft.com/office/powerpoint/2010/main" val="134203321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95F957-0E86-EA06-D487-D548B89F8B4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2903462-8EB5-B8CA-BF42-F1823FF8F82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F88A799-B9A8-2647-6536-D6AF503C648D}"/>
              </a:ext>
            </a:extLst>
          </p:cNvPr>
          <p:cNvSpPr>
            <a:spLocks noGrp="1"/>
          </p:cNvSpPr>
          <p:nvPr>
            <p:ph type="body" idx="1"/>
          </p:nvPr>
        </p:nvSpPr>
        <p:spPr/>
        <p:txBody>
          <a:bodyPr/>
          <a:lstStyle/>
          <a:p>
            <a:endParaRPr lang="es-ES"/>
          </a:p>
        </p:txBody>
      </p:sp>
      <p:sp>
        <p:nvSpPr>
          <p:cNvPr id="4" name="Slide Number Placeholder 3">
            <a:extLst>
              <a:ext uri="{FF2B5EF4-FFF2-40B4-BE49-F238E27FC236}">
                <a16:creationId xmlns:a16="http://schemas.microsoft.com/office/drawing/2014/main" id="{0D290A7D-D455-4F21-A757-D82A6E50B21B}"/>
              </a:ext>
            </a:extLst>
          </p:cNvPr>
          <p:cNvSpPr>
            <a:spLocks noGrp="1"/>
          </p:cNvSpPr>
          <p:nvPr>
            <p:ph type="sldNum" sz="quarter" idx="5"/>
          </p:nvPr>
        </p:nvSpPr>
        <p:spPr/>
        <p:txBody>
          <a:bodyPr/>
          <a:lstStyle/>
          <a:p>
            <a:fld id="{BB95879C-89B8-400B-8703-56CDE1787D0E}" type="slidenum">
              <a:rPr lang="es-ES" smtClean="0"/>
              <a:t>24</a:t>
            </a:fld>
            <a:endParaRPr lang="es-ES"/>
          </a:p>
        </p:txBody>
      </p:sp>
    </p:spTree>
    <p:extLst>
      <p:ext uri="{BB962C8B-B14F-4D97-AF65-F5344CB8AC3E}">
        <p14:creationId xmlns:p14="http://schemas.microsoft.com/office/powerpoint/2010/main" val="120116259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BCFAF6-84B9-23D3-652A-DFA7380A1C0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5EF3483-0323-F4A1-3135-0050FD9F1EA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FBD0902-184A-9D23-0C96-F8F327B3E282}"/>
              </a:ext>
            </a:extLst>
          </p:cNvPr>
          <p:cNvSpPr>
            <a:spLocks noGrp="1"/>
          </p:cNvSpPr>
          <p:nvPr>
            <p:ph type="body" idx="1"/>
          </p:nvPr>
        </p:nvSpPr>
        <p:spPr/>
        <p:txBody>
          <a:bodyPr/>
          <a:lstStyle/>
          <a:p>
            <a:endParaRPr lang="es-ES"/>
          </a:p>
        </p:txBody>
      </p:sp>
      <p:sp>
        <p:nvSpPr>
          <p:cNvPr id="4" name="Slide Number Placeholder 3">
            <a:extLst>
              <a:ext uri="{FF2B5EF4-FFF2-40B4-BE49-F238E27FC236}">
                <a16:creationId xmlns:a16="http://schemas.microsoft.com/office/drawing/2014/main" id="{DA40FDA7-8769-D805-95D5-60FD1871632A}"/>
              </a:ext>
            </a:extLst>
          </p:cNvPr>
          <p:cNvSpPr>
            <a:spLocks noGrp="1"/>
          </p:cNvSpPr>
          <p:nvPr>
            <p:ph type="sldNum" sz="quarter" idx="5"/>
          </p:nvPr>
        </p:nvSpPr>
        <p:spPr/>
        <p:txBody>
          <a:bodyPr/>
          <a:lstStyle/>
          <a:p>
            <a:fld id="{BB95879C-89B8-400B-8703-56CDE1787D0E}" type="slidenum">
              <a:rPr lang="es-ES" smtClean="0"/>
              <a:t>26</a:t>
            </a:fld>
            <a:endParaRPr lang="es-ES"/>
          </a:p>
        </p:txBody>
      </p:sp>
    </p:spTree>
    <p:extLst>
      <p:ext uri="{BB962C8B-B14F-4D97-AF65-F5344CB8AC3E}">
        <p14:creationId xmlns:p14="http://schemas.microsoft.com/office/powerpoint/2010/main" val="403231290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8243BE-8E6B-4C0C-8B0A-0143F7623BC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DE12711-99CE-5284-1AAF-0FAB640DB37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2EE8896-340E-BCE6-192E-2B100417E075}"/>
              </a:ext>
            </a:extLst>
          </p:cNvPr>
          <p:cNvSpPr>
            <a:spLocks noGrp="1"/>
          </p:cNvSpPr>
          <p:nvPr>
            <p:ph type="body" idx="1"/>
          </p:nvPr>
        </p:nvSpPr>
        <p:spPr/>
        <p:txBody>
          <a:bodyPr/>
          <a:lstStyle/>
          <a:p>
            <a:endParaRPr lang="es-ES"/>
          </a:p>
        </p:txBody>
      </p:sp>
      <p:sp>
        <p:nvSpPr>
          <p:cNvPr id="4" name="Slide Number Placeholder 3">
            <a:extLst>
              <a:ext uri="{FF2B5EF4-FFF2-40B4-BE49-F238E27FC236}">
                <a16:creationId xmlns:a16="http://schemas.microsoft.com/office/drawing/2014/main" id="{EA5AD40A-0CDA-B865-72D0-50848F899806}"/>
              </a:ext>
            </a:extLst>
          </p:cNvPr>
          <p:cNvSpPr>
            <a:spLocks noGrp="1"/>
          </p:cNvSpPr>
          <p:nvPr>
            <p:ph type="sldNum" sz="quarter" idx="5"/>
          </p:nvPr>
        </p:nvSpPr>
        <p:spPr/>
        <p:txBody>
          <a:bodyPr/>
          <a:lstStyle/>
          <a:p>
            <a:fld id="{BB95879C-89B8-400B-8703-56CDE1787D0E}" type="slidenum">
              <a:rPr lang="es-ES" smtClean="0"/>
              <a:t>27</a:t>
            </a:fld>
            <a:endParaRPr lang="es-ES"/>
          </a:p>
        </p:txBody>
      </p:sp>
    </p:spTree>
    <p:extLst>
      <p:ext uri="{BB962C8B-B14F-4D97-AF65-F5344CB8AC3E}">
        <p14:creationId xmlns:p14="http://schemas.microsoft.com/office/powerpoint/2010/main" val="333245164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003DFF-5B38-20C1-3F3F-A82AF80181D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E07B39C-5221-DB67-7FFE-0A9672CD30E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1205E1F-4A19-989B-CBD1-29BD62C72DED}"/>
              </a:ext>
            </a:extLst>
          </p:cNvPr>
          <p:cNvSpPr>
            <a:spLocks noGrp="1"/>
          </p:cNvSpPr>
          <p:nvPr>
            <p:ph type="body" idx="1"/>
          </p:nvPr>
        </p:nvSpPr>
        <p:spPr/>
        <p:txBody>
          <a:bodyPr/>
          <a:lstStyle/>
          <a:p>
            <a:endParaRPr lang="es-ES"/>
          </a:p>
        </p:txBody>
      </p:sp>
      <p:sp>
        <p:nvSpPr>
          <p:cNvPr id="4" name="Slide Number Placeholder 3">
            <a:extLst>
              <a:ext uri="{FF2B5EF4-FFF2-40B4-BE49-F238E27FC236}">
                <a16:creationId xmlns:a16="http://schemas.microsoft.com/office/drawing/2014/main" id="{3275B582-D7A3-B1BA-913F-CD9387C2841C}"/>
              </a:ext>
            </a:extLst>
          </p:cNvPr>
          <p:cNvSpPr>
            <a:spLocks noGrp="1"/>
          </p:cNvSpPr>
          <p:nvPr>
            <p:ph type="sldNum" sz="quarter" idx="5"/>
          </p:nvPr>
        </p:nvSpPr>
        <p:spPr/>
        <p:txBody>
          <a:bodyPr/>
          <a:lstStyle/>
          <a:p>
            <a:fld id="{BB95879C-89B8-400B-8703-56CDE1787D0E}" type="slidenum">
              <a:rPr lang="es-ES" smtClean="0"/>
              <a:t>28</a:t>
            </a:fld>
            <a:endParaRPr lang="es-ES"/>
          </a:p>
        </p:txBody>
      </p:sp>
    </p:spTree>
    <p:extLst>
      <p:ext uri="{BB962C8B-B14F-4D97-AF65-F5344CB8AC3E}">
        <p14:creationId xmlns:p14="http://schemas.microsoft.com/office/powerpoint/2010/main" val="419772938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93FD7C-A6B1-110F-9C23-DD65ED807EC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8EF2A49-24FC-0E45-1DAB-F6CFA0BDBA6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133319E-C765-0739-7AA2-0905BE90A301}"/>
              </a:ext>
            </a:extLst>
          </p:cNvPr>
          <p:cNvSpPr>
            <a:spLocks noGrp="1"/>
          </p:cNvSpPr>
          <p:nvPr>
            <p:ph type="body" idx="1"/>
          </p:nvPr>
        </p:nvSpPr>
        <p:spPr/>
        <p:txBody>
          <a:bodyPr/>
          <a:lstStyle/>
          <a:p>
            <a:endParaRPr lang="es-ES"/>
          </a:p>
        </p:txBody>
      </p:sp>
      <p:sp>
        <p:nvSpPr>
          <p:cNvPr id="4" name="Slide Number Placeholder 3">
            <a:extLst>
              <a:ext uri="{FF2B5EF4-FFF2-40B4-BE49-F238E27FC236}">
                <a16:creationId xmlns:a16="http://schemas.microsoft.com/office/drawing/2014/main" id="{FCCA8EA0-BBF9-C677-1BAA-1A4D31B5EE98}"/>
              </a:ext>
            </a:extLst>
          </p:cNvPr>
          <p:cNvSpPr>
            <a:spLocks noGrp="1"/>
          </p:cNvSpPr>
          <p:nvPr>
            <p:ph type="sldNum" sz="quarter" idx="5"/>
          </p:nvPr>
        </p:nvSpPr>
        <p:spPr/>
        <p:txBody>
          <a:bodyPr/>
          <a:lstStyle/>
          <a:p>
            <a:fld id="{BB95879C-89B8-400B-8703-56CDE1787D0E}" type="slidenum">
              <a:rPr lang="es-ES" smtClean="0"/>
              <a:t>29</a:t>
            </a:fld>
            <a:endParaRPr lang="es-ES"/>
          </a:p>
        </p:txBody>
      </p:sp>
    </p:spTree>
    <p:extLst>
      <p:ext uri="{BB962C8B-B14F-4D97-AF65-F5344CB8AC3E}">
        <p14:creationId xmlns:p14="http://schemas.microsoft.com/office/powerpoint/2010/main" val="139481367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EB0850-21D8-5505-7DB0-67EAE57F4B3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DF2EB94-1EE7-AF54-2F3C-87C111CD7EB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6FD3591-EB75-04B6-28E5-F9272FA9B5AC}"/>
              </a:ext>
            </a:extLst>
          </p:cNvPr>
          <p:cNvSpPr>
            <a:spLocks noGrp="1"/>
          </p:cNvSpPr>
          <p:nvPr>
            <p:ph type="body" idx="1"/>
          </p:nvPr>
        </p:nvSpPr>
        <p:spPr/>
        <p:txBody>
          <a:bodyPr/>
          <a:lstStyle/>
          <a:p>
            <a:endParaRPr lang="es-ES"/>
          </a:p>
        </p:txBody>
      </p:sp>
      <p:sp>
        <p:nvSpPr>
          <p:cNvPr id="4" name="Slide Number Placeholder 3">
            <a:extLst>
              <a:ext uri="{FF2B5EF4-FFF2-40B4-BE49-F238E27FC236}">
                <a16:creationId xmlns:a16="http://schemas.microsoft.com/office/drawing/2014/main" id="{E034B658-D0BC-3C0B-3E00-FCC4345C6F20}"/>
              </a:ext>
            </a:extLst>
          </p:cNvPr>
          <p:cNvSpPr>
            <a:spLocks noGrp="1"/>
          </p:cNvSpPr>
          <p:nvPr>
            <p:ph type="sldNum" sz="quarter" idx="5"/>
          </p:nvPr>
        </p:nvSpPr>
        <p:spPr/>
        <p:txBody>
          <a:bodyPr/>
          <a:lstStyle/>
          <a:p>
            <a:fld id="{BB95879C-89B8-400B-8703-56CDE1787D0E}" type="slidenum">
              <a:rPr lang="es-ES" smtClean="0"/>
              <a:t>30</a:t>
            </a:fld>
            <a:endParaRPr lang="es-ES"/>
          </a:p>
        </p:txBody>
      </p:sp>
    </p:spTree>
    <p:extLst>
      <p:ext uri="{BB962C8B-B14F-4D97-AF65-F5344CB8AC3E}">
        <p14:creationId xmlns:p14="http://schemas.microsoft.com/office/powerpoint/2010/main" val="227578837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EDC35D-2CD6-606E-D872-298115F9AA0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802538C-AE76-5AE5-3A55-5ACD80B10EB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9835376-0E9A-994B-D074-2882059E0C0B}"/>
              </a:ext>
            </a:extLst>
          </p:cNvPr>
          <p:cNvSpPr>
            <a:spLocks noGrp="1"/>
          </p:cNvSpPr>
          <p:nvPr>
            <p:ph type="body" idx="1"/>
          </p:nvPr>
        </p:nvSpPr>
        <p:spPr/>
        <p:txBody>
          <a:bodyPr/>
          <a:lstStyle/>
          <a:p>
            <a:endParaRPr lang="es-ES"/>
          </a:p>
        </p:txBody>
      </p:sp>
      <p:sp>
        <p:nvSpPr>
          <p:cNvPr id="4" name="Slide Number Placeholder 3">
            <a:extLst>
              <a:ext uri="{FF2B5EF4-FFF2-40B4-BE49-F238E27FC236}">
                <a16:creationId xmlns:a16="http://schemas.microsoft.com/office/drawing/2014/main" id="{277DCE45-09FD-3886-D705-589724B8E7C8}"/>
              </a:ext>
            </a:extLst>
          </p:cNvPr>
          <p:cNvSpPr>
            <a:spLocks noGrp="1"/>
          </p:cNvSpPr>
          <p:nvPr>
            <p:ph type="sldNum" sz="quarter" idx="5"/>
          </p:nvPr>
        </p:nvSpPr>
        <p:spPr/>
        <p:txBody>
          <a:bodyPr/>
          <a:lstStyle/>
          <a:p>
            <a:fld id="{BB95879C-89B8-400B-8703-56CDE1787D0E}" type="slidenum">
              <a:rPr lang="es-ES" smtClean="0"/>
              <a:t>31</a:t>
            </a:fld>
            <a:endParaRPr lang="es-ES"/>
          </a:p>
        </p:txBody>
      </p:sp>
    </p:spTree>
    <p:extLst>
      <p:ext uri="{BB962C8B-B14F-4D97-AF65-F5344CB8AC3E}">
        <p14:creationId xmlns:p14="http://schemas.microsoft.com/office/powerpoint/2010/main" val="12768290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AF6FB8-2A57-2CC5-3194-C33398E34A3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270701F-30E8-8C53-834C-0627DA7C805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FD48451-5B7B-2299-1448-4F5202960C98}"/>
              </a:ext>
            </a:extLst>
          </p:cNvPr>
          <p:cNvSpPr>
            <a:spLocks noGrp="1"/>
          </p:cNvSpPr>
          <p:nvPr>
            <p:ph type="body" idx="1"/>
          </p:nvPr>
        </p:nvSpPr>
        <p:spPr/>
        <p:txBody>
          <a:bodyPr/>
          <a:lstStyle/>
          <a:p>
            <a:endParaRPr lang="es-ES"/>
          </a:p>
        </p:txBody>
      </p:sp>
      <p:sp>
        <p:nvSpPr>
          <p:cNvPr id="4" name="Slide Number Placeholder 3">
            <a:extLst>
              <a:ext uri="{FF2B5EF4-FFF2-40B4-BE49-F238E27FC236}">
                <a16:creationId xmlns:a16="http://schemas.microsoft.com/office/drawing/2014/main" id="{6476B7D5-F242-7135-2DC1-2E660C51565B}"/>
              </a:ext>
            </a:extLst>
          </p:cNvPr>
          <p:cNvSpPr>
            <a:spLocks noGrp="1"/>
          </p:cNvSpPr>
          <p:nvPr>
            <p:ph type="sldNum" sz="quarter" idx="5"/>
          </p:nvPr>
        </p:nvSpPr>
        <p:spPr/>
        <p:txBody>
          <a:bodyPr/>
          <a:lstStyle/>
          <a:p>
            <a:fld id="{BB95879C-89B8-400B-8703-56CDE1787D0E}" type="slidenum">
              <a:rPr lang="es-ES" smtClean="0"/>
              <a:t>32</a:t>
            </a:fld>
            <a:endParaRPr lang="es-ES"/>
          </a:p>
        </p:txBody>
      </p:sp>
    </p:spTree>
    <p:extLst>
      <p:ext uri="{BB962C8B-B14F-4D97-AF65-F5344CB8AC3E}">
        <p14:creationId xmlns:p14="http://schemas.microsoft.com/office/powerpoint/2010/main" val="89958184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6C1EE9-D2EB-5C33-5725-4B56BABCE8C3}"/>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73CFF3D8-AB67-38B5-1DB8-13C26FBF284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D1FA9F7B-8A59-C812-FD25-1CBB6D6DA3C3}"/>
              </a:ext>
            </a:extLst>
          </p:cNvPr>
          <p:cNvSpPr>
            <a:spLocks noGrp="1"/>
          </p:cNvSpPr>
          <p:nvPr>
            <p:ph type="dt" sz="half" idx="10"/>
          </p:nvPr>
        </p:nvSpPr>
        <p:spPr/>
        <p:txBody>
          <a:bodyPr/>
          <a:lstStyle/>
          <a:p>
            <a:fld id="{4373396F-A861-4C1C-A7E9-F53FB1B01DF7}" type="datetimeFigureOut">
              <a:rPr lang="en-US" smtClean="0"/>
              <a:t>3/2/2026</a:t>
            </a:fld>
            <a:endParaRPr lang="en-US"/>
          </a:p>
        </p:txBody>
      </p:sp>
      <p:sp>
        <p:nvSpPr>
          <p:cNvPr id="5" name="Footer Placeholder 4">
            <a:extLst>
              <a:ext uri="{FF2B5EF4-FFF2-40B4-BE49-F238E27FC236}">
                <a16:creationId xmlns:a16="http://schemas.microsoft.com/office/drawing/2014/main" id="{64DBB246-1223-15CE-B4CB-B70E38C0485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8B131C6-CA25-98DF-4895-90803E63BB2E}"/>
              </a:ext>
            </a:extLst>
          </p:cNvPr>
          <p:cNvSpPr>
            <a:spLocks noGrp="1"/>
          </p:cNvSpPr>
          <p:nvPr>
            <p:ph type="sldNum" sz="quarter" idx="12"/>
          </p:nvPr>
        </p:nvSpPr>
        <p:spPr/>
        <p:txBody>
          <a:bodyPr/>
          <a:lstStyle/>
          <a:p>
            <a:fld id="{AE025323-F69B-4C72-A383-43AF704BB72C}" type="slidenum">
              <a:rPr lang="en-US" smtClean="0"/>
              <a:t>‹#›</a:t>
            </a:fld>
            <a:endParaRPr lang="en-US"/>
          </a:p>
        </p:txBody>
      </p:sp>
    </p:spTree>
    <p:extLst>
      <p:ext uri="{BB962C8B-B14F-4D97-AF65-F5344CB8AC3E}">
        <p14:creationId xmlns:p14="http://schemas.microsoft.com/office/powerpoint/2010/main" val="217244390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D45CA2-6192-B719-0129-5B99DFC2B5A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731B096-5F51-307E-2A47-27DB991EE769}"/>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FBCC6AD-0EDA-F588-5329-96934F251567}"/>
              </a:ext>
            </a:extLst>
          </p:cNvPr>
          <p:cNvSpPr>
            <a:spLocks noGrp="1"/>
          </p:cNvSpPr>
          <p:nvPr>
            <p:ph type="dt" sz="half" idx="10"/>
          </p:nvPr>
        </p:nvSpPr>
        <p:spPr/>
        <p:txBody>
          <a:bodyPr/>
          <a:lstStyle/>
          <a:p>
            <a:fld id="{4373396F-A861-4C1C-A7E9-F53FB1B01DF7}" type="datetimeFigureOut">
              <a:rPr lang="en-US" smtClean="0"/>
              <a:t>3/2/2026</a:t>
            </a:fld>
            <a:endParaRPr lang="en-US"/>
          </a:p>
        </p:txBody>
      </p:sp>
      <p:sp>
        <p:nvSpPr>
          <p:cNvPr id="5" name="Footer Placeholder 4">
            <a:extLst>
              <a:ext uri="{FF2B5EF4-FFF2-40B4-BE49-F238E27FC236}">
                <a16:creationId xmlns:a16="http://schemas.microsoft.com/office/drawing/2014/main" id="{BB81E12E-3351-7F31-096A-6AB3708B7E5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7D33FE4-F459-6950-4CF0-F4CC2C5C6D6A}"/>
              </a:ext>
            </a:extLst>
          </p:cNvPr>
          <p:cNvSpPr>
            <a:spLocks noGrp="1"/>
          </p:cNvSpPr>
          <p:nvPr>
            <p:ph type="sldNum" sz="quarter" idx="12"/>
          </p:nvPr>
        </p:nvSpPr>
        <p:spPr/>
        <p:txBody>
          <a:bodyPr/>
          <a:lstStyle/>
          <a:p>
            <a:fld id="{AE025323-F69B-4C72-A383-43AF704BB72C}" type="slidenum">
              <a:rPr lang="en-US" smtClean="0"/>
              <a:t>‹#›</a:t>
            </a:fld>
            <a:endParaRPr lang="en-US"/>
          </a:p>
        </p:txBody>
      </p:sp>
    </p:spTree>
    <p:extLst>
      <p:ext uri="{BB962C8B-B14F-4D97-AF65-F5344CB8AC3E}">
        <p14:creationId xmlns:p14="http://schemas.microsoft.com/office/powerpoint/2010/main" val="172263465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058F73-9284-754F-2F52-5CA80E2FE14D}"/>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2ABD1591-AA24-2C74-8AFF-096689AB0BAA}"/>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73CF26C6-800B-3E61-77C4-14D3B72FB232}"/>
              </a:ext>
            </a:extLst>
          </p:cNvPr>
          <p:cNvSpPr>
            <a:spLocks noGrp="1"/>
          </p:cNvSpPr>
          <p:nvPr>
            <p:ph type="dt" sz="half" idx="10"/>
          </p:nvPr>
        </p:nvSpPr>
        <p:spPr/>
        <p:txBody>
          <a:bodyPr/>
          <a:lstStyle/>
          <a:p>
            <a:fld id="{4373396F-A861-4C1C-A7E9-F53FB1B01DF7}" type="datetimeFigureOut">
              <a:rPr lang="en-US" smtClean="0"/>
              <a:t>3/2/2026</a:t>
            </a:fld>
            <a:endParaRPr lang="en-US"/>
          </a:p>
        </p:txBody>
      </p:sp>
      <p:sp>
        <p:nvSpPr>
          <p:cNvPr id="5" name="Footer Placeholder 4">
            <a:extLst>
              <a:ext uri="{FF2B5EF4-FFF2-40B4-BE49-F238E27FC236}">
                <a16:creationId xmlns:a16="http://schemas.microsoft.com/office/drawing/2014/main" id="{5C8E1F0F-EBE5-4723-FC50-AAB6F2CE60E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466C0FA-5807-18E5-587B-B7A2B7010CE9}"/>
              </a:ext>
            </a:extLst>
          </p:cNvPr>
          <p:cNvSpPr>
            <a:spLocks noGrp="1"/>
          </p:cNvSpPr>
          <p:nvPr>
            <p:ph type="sldNum" sz="quarter" idx="12"/>
          </p:nvPr>
        </p:nvSpPr>
        <p:spPr/>
        <p:txBody>
          <a:bodyPr/>
          <a:lstStyle/>
          <a:p>
            <a:fld id="{AE025323-F69B-4C72-A383-43AF704BB72C}" type="slidenum">
              <a:rPr lang="en-US" smtClean="0"/>
              <a:t>‹#›</a:t>
            </a:fld>
            <a:endParaRPr lang="en-US"/>
          </a:p>
        </p:txBody>
      </p:sp>
    </p:spTree>
    <p:extLst>
      <p:ext uri="{BB962C8B-B14F-4D97-AF65-F5344CB8AC3E}">
        <p14:creationId xmlns:p14="http://schemas.microsoft.com/office/powerpoint/2010/main" val="200412689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6CE9F2-628C-8C88-249F-BFAB163416A2}"/>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2586485-B644-0558-A7FD-AEAED4D793E3}"/>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0DD71156-96F1-92CE-B6C3-F94A91C77D7C}"/>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E5CE0C72-0A44-3BEF-9C26-53713E0A8A37}"/>
              </a:ext>
            </a:extLst>
          </p:cNvPr>
          <p:cNvSpPr>
            <a:spLocks noGrp="1"/>
          </p:cNvSpPr>
          <p:nvPr>
            <p:ph type="dt" sz="half" idx="10"/>
          </p:nvPr>
        </p:nvSpPr>
        <p:spPr/>
        <p:txBody>
          <a:bodyPr/>
          <a:lstStyle/>
          <a:p>
            <a:fld id="{4373396F-A861-4C1C-A7E9-F53FB1B01DF7}" type="datetimeFigureOut">
              <a:rPr lang="en-US" smtClean="0"/>
              <a:t>3/2/2026</a:t>
            </a:fld>
            <a:endParaRPr lang="en-US"/>
          </a:p>
        </p:txBody>
      </p:sp>
      <p:sp>
        <p:nvSpPr>
          <p:cNvPr id="6" name="Footer Placeholder 5">
            <a:extLst>
              <a:ext uri="{FF2B5EF4-FFF2-40B4-BE49-F238E27FC236}">
                <a16:creationId xmlns:a16="http://schemas.microsoft.com/office/drawing/2014/main" id="{393DD2E6-223F-35FA-E94D-9117D9FCAA5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920FB03-F720-5DC2-E42E-B57B8403A976}"/>
              </a:ext>
            </a:extLst>
          </p:cNvPr>
          <p:cNvSpPr>
            <a:spLocks noGrp="1"/>
          </p:cNvSpPr>
          <p:nvPr>
            <p:ph type="sldNum" sz="quarter" idx="12"/>
          </p:nvPr>
        </p:nvSpPr>
        <p:spPr/>
        <p:txBody>
          <a:bodyPr/>
          <a:lstStyle/>
          <a:p>
            <a:fld id="{AE025323-F69B-4C72-A383-43AF704BB72C}" type="slidenum">
              <a:rPr lang="en-US" smtClean="0"/>
              <a:t>‹#›</a:t>
            </a:fld>
            <a:endParaRPr lang="en-US"/>
          </a:p>
        </p:txBody>
      </p:sp>
    </p:spTree>
    <p:extLst>
      <p:ext uri="{BB962C8B-B14F-4D97-AF65-F5344CB8AC3E}">
        <p14:creationId xmlns:p14="http://schemas.microsoft.com/office/powerpoint/2010/main" val="412070241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C86A22-53C5-7F35-DF9D-69CE4B1B1406}"/>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1C5FDE2A-DA52-71E3-7C68-83F53C35EB6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D05E3F1D-D3C0-24FE-284E-D5F1685FD947}"/>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2357EFE4-4199-4006-38D6-DAA05F029FF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7A10480-9ED0-5B36-B2B4-EF74717E55AE}"/>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B78E6096-BD1F-82DC-C745-D6704A313E99}"/>
              </a:ext>
            </a:extLst>
          </p:cNvPr>
          <p:cNvSpPr>
            <a:spLocks noGrp="1"/>
          </p:cNvSpPr>
          <p:nvPr>
            <p:ph type="dt" sz="half" idx="10"/>
          </p:nvPr>
        </p:nvSpPr>
        <p:spPr/>
        <p:txBody>
          <a:bodyPr/>
          <a:lstStyle/>
          <a:p>
            <a:fld id="{4373396F-A861-4C1C-A7E9-F53FB1B01DF7}" type="datetimeFigureOut">
              <a:rPr lang="en-US" smtClean="0"/>
              <a:t>3/2/2026</a:t>
            </a:fld>
            <a:endParaRPr lang="en-US"/>
          </a:p>
        </p:txBody>
      </p:sp>
      <p:sp>
        <p:nvSpPr>
          <p:cNvPr id="8" name="Footer Placeholder 7">
            <a:extLst>
              <a:ext uri="{FF2B5EF4-FFF2-40B4-BE49-F238E27FC236}">
                <a16:creationId xmlns:a16="http://schemas.microsoft.com/office/drawing/2014/main" id="{1D75FBAF-DF93-6D1A-1815-D8DB05A549A9}"/>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B3AF9DBD-E7D2-5098-97C5-9D308595623F}"/>
              </a:ext>
            </a:extLst>
          </p:cNvPr>
          <p:cNvSpPr>
            <a:spLocks noGrp="1"/>
          </p:cNvSpPr>
          <p:nvPr>
            <p:ph type="sldNum" sz="quarter" idx="12"/>
          </p:nvPr>
        </p:nvSpPr>
        <p:spPr/>
        <p:txBody>
          <a:bodyPr/>
          <a:lstStyle/>
          <a:p>
            <a:fld id="{AE025323-F69B-4C72-A383-43AF704BB72C}" type="slidenum">
              <a:rPr lang="en-US" smtClean="0"/>
              <a:t>‹#›</a:t>
            </a:fld>
            <a:endParaRPr lang="en-US"/>
          </a:p>
        </p:txBody>
      </p:sp>
    </p:spTree>
    <p:extLst>
      <p:ext uri="{BB962C8B-B14F-4D97-AF65-F5344CB8AC3E}">
        <p14:creationId xmlns:p14="http://schemas.microsoft.com/office/powerpoint/2010/main" val="343909639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85CF4B-55BB-19C7-00C7-FAB06E7B0330}"/>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B2FF63C3-058A-49D0-E59D-77071B1AD16C}"/>
              </a:ext>
            </a:extLst>
          </p:cNvPr>
          <p:cNvSpPr>
            <a:spLocks noGrp="1"/>
          </p:cNvSpPr>
          <p:nvPr>
            <p:ph type="dt" sz="half" idx="10"/>
          </p:nvPr>
        </p:nvSpPr>
        <p:spPr/>
        <p:txBody>
          <a:bodyPr/>
          <a:lstStyle/>
          <a:p>
            <a:fld id="{4373396F-A861-4C1C-A7E9-F53FB1B01DF7}" type="datetimeFigureOut">
              <a:rPr lang="en-US" smtClean="0"/>
              <a:t>3/2/2026</a:t>
            </a:fld>
            <a:endParaRPr lang="en-US"/>
          </a:p>
        </p:txBody>
      </p:sp>
      <p:sp>
        <p:nvSpPr>
          <p:cNvPr id="4" name="Footer Placeholder 3">
            <a:extLst>
              <a:ext uri="{FF2B5EF4-FFF2-40B4-BE49-F238E27FC236}">
                <a16:creationId xmlns:a16="http://schemas.microsoft.com/office/drawing/2014/main" id="{AE99C61C-F827-8DE6-FB2D-73A2F04720CD}"/>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9C21985B-B925-4C4C-6BF1-30AFC0EF3D04}"/>
              </a:ext>
            </a:extLst>
          </p:cNvPr>
          <p:cNvSpPr>
            <a:spLocks noGrp="1"/>
          </p:cNvSpPr>
          <p:nvPr>
            <p:ph type="sldNum" sz="quarter" idx="12"/>
          </p:nvPr>
        </p:nvSpPr>
        <p:spPr/>
        <p:txBody>
          <a:bodyPr/>
          <a:lstStyle/>
          <a:p>
            <a:fld id="{AE025323-F69B-4C72-A383-43AF704BB72C}" type="slidenum">
              <a:rPr lang="en-US" smtClean="0"/>
              <a:t>‹#›</a:t>
            </a:fld>
            <a:endParaRPr lang="en-US"/>
          </a:p>
        </p:txBody>
      </p:sp>
    </p:spTree>
    <p:extLst>
      <p:ext uri="{BB962C8B-B14F-4D97-AF65-F5344CB8AC3E}">
        <p14:creationId xmlns:p14="http://schemas.microsoft.com/office/powerpoint/2010/main" val="345452207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03EEA2E-B00C-6BC8-BA81-0E2B79557586}"/>
              </a:ext>
            </a:extLst>
          </p:cNvPr>
          <p:cNvSpPr>
            <a:spLocks noGrp="1"/>
          </p:cNvSpPr>
          <p:nvPr>
            <p:ph type="dt" sz="half" idx="10"/>
          </p:nvPr>
        </p:nvSpPr>
        <p:spPr/>
        <p:txBody>
          <a:bodyPr/>
          <a:lstStyle/>
          <a:p>
            <a:fld id="{4373396F-A861-4C1C-A7E9-F53FB1B01DF7}" type="datetimeFigureOut">
              <a:rPr lang="en-US" smtClean="0"/>
              <a:t>3/2/2026</a:t>
            </a:fld>
            <a:endParaRPr lang="en-US"/>
          </a:p>
        </p:txBody>
      </p:sp>
      <p:sp>
        <p:nvSpPr>
          <p:cNvPr id="3" name="Footer Placeholder 2">
            <a:extLst>
              <a:ext uri="{FF2B5EF4-FFF2-40B4-BE49-F238E27FC236}">
                <a16:creationId xmlns:a16="http://schemas.microsoft.com/office/drawing/2014/main" id="{D3D1D7F1-967E-33C6-6D1F-926BAC74DBD6}"/>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32E66688-7FB0-59BE-80CA-2BC4807EC9C3}"/>
              </a:ext>
            </a:extLst>
          </p:cNvPr>
          <p:cNvSpPr>
            <a:spLocks noGrp="1"/>
          </p:cNvSpPr>
          <p:nvPr>
            <p:ph type="sldNum" sz="quarter" idx="12"/>
          </p:nvPr>
        </p:nvSpPr>
        <p:spPr/>
        <p:txBody>
          <a:bodyPr/>
          <a:lstStyle/>
          <a:p>
            <a:fld id="{AE025323-F69B-4C72-A383-43AF704BB72C}" type="slidenum">
              <a:rPr lang="en-US" smtClean="0"/>
              <a:t>‹#›</a:t>
            </a:fld>
            <a:endParaRPr lang="en-US"/>
          </a:p>
        </p:txBody>
      </p:sp>
    </p:spTree>
    <p:extLst>
      <p:ext uri="{BB962C8B-B14F-4D97-AF65-F5344CB8AC3E}">
        <p14:creationId xmlns:p14="http://schemas.microsoft.com/office/powerpoint/2010/main" val="61209025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2A4608-5700-7ABB-3B11-17A1733A23B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DD35985A-A762-6D68-96CE-708156E8047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BF1CDE34-99E1-7839-2B0F-94EB04F115B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D5965DE-2586-726F-D9F1-B65564784689}"/>
              </a:ext>
            </a:extLst>
          </p:cNvPr>
          <p:cNvSpPr>
            <a:spLocks noGrp="1"/>
          </p:cNvSpPr>
          <p:nvPr>
            <p:ph type="dt" sz="half" idx="10"/>
          </p:nvPr>
        </p:nvSpPr>
        <p:spPr/>
        <p:txBody>
          <a:bodyPr/>
          <a:lstStyle/>
          <a:p>
            <a:fld id="{4373396F-A861-4C1C-A7E9-F53FB1B01DF7}" type="datetimeFigureOut">
              <a:rPr lang="en-US" smtClean="0"/>
              <a:t>3/2/2026</a:t>
            </a:fld>
            <a:endParaRPr lang="en-US"/>
          </a:p>
        </p:txBody>
      </p:sp>
      <p:sp>
        <p:nvSpPr>
          <p:cNvPr id="6" name="Footer Placeholder 5">
            <a:extLst>
              <a:ext uri="{FF2B5EF4-FFF2-40B4-BE49-F238E27FC236}">
                <a16:creationId xmlns:a16="http://schemas.microsoft.com/office/drawing/2014/main" id="{8E31ACA4-246B-2D2B-B0A2-7B3B8364C5F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76DF95E-B6AF-9DC2-75C4-EFE145AA0EEE}"/>
              </a:ext>
            </a:extLst>
          </p:cNvPr>
          <p:cNvSpPr>
            <a:spLocks noGrp="1"/>
          </p:cNvSpPr>
          <p:nvPr>
            <p:ph type="sldNum" sz="quarter" idx="12"/>
          </p:nvPr>
        </p:nvSpPr>
        <p:spPr/>
        <p:txBody>
          <a:bodyPr/>
          <a:lstStyle/>
          <a:p>
            <a:fld id="{AE025323-F69B-4C72-A383-43AF704BB72C}" type="slidenum">
              <a:rPr lang="en-US" smtClean="0"/>
              <a:t>‹#›</a:t>
            </a:fld>
            <a:endParaRPr lang="en-US"/>
          </a:p>
        </p:txBody>
      </p:sp>
    </p:spTree>
    <p:extLst>
      <p:ext uri="{BB962C8B-B14F-4D97-AF65-F5344CB8AC3E}">
        <p14:creationId xmlns:p14="http://schemas.microsoft.com/office/powerpoint/2010/main" val="39330811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A89783-0310-DE24-EA8E-68868C60045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1C14A9A4-8063-FD4E-B52F-870A335E63F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0D3D6CD9-31F2-5B1E-5A4A-5C38DC7E998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3785EA1-5BC1-7832-B7F5-F4D0D8102CDD}"/>
              </a:ext>
            </a:extLst>
          </p:cNvPr>
          <p:cNvSpPr>
            <a:spLocks noGrp="1"/>
          </p:cNvSpPr>
          <p:nvPr>
            <p:ph type="dt" sz="half" idx="10"/>
          </p:nvPr>
        </p:nvSpPr>
        <p:spPr/>
        <p:txBody>
          <a:bodyPr/>
          <a:lstStyle/>
          <a:p>
            <a:fld id="{4373396F-A861-4C1C-A7E9-F53FB1B01DF7}" type="datetimeFigureOut">
              <a:rPr lang="en-US" smtClean="0"/>
              <a:t>3/2/2026</a:t>
            </a:fld>
            <a:endParaRPr lang="en-US"/>
          </a:p>
        </p:txBody>
      </p:sp>
      <p:sp>
        <p:nvSpPr>
          <p:cNvPr id="6" name="Footer Placeholder 5">
            <a:extLst>
              <a:ext uri="{FF2B5EF4-FFF2-40B4-BE49-F238E27FC236}">
                <a16:creationId xmlns:a16="http://schemas.microsoft.com/office/drawing/2014/main" id="{36AD3897-C011-118D-F95A-F28E8241EF3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58489DB-5854-05BE-CA9A-8C12A93AD920}"/>
              </a:ext>
            </a:extLst>
          </p:cNvPr>
          <p:cNvSpPr>
            <a:spLocks noGrp="1"/>
          </p:cNvSpPr>
          <p:nvPr>
            <p:ph type="sldNum" sz="quarter" idx="12"/>
          </p:nvPr>
        </p:nvSpPr>
        <p:spPr/>
        <p:txBody>
          <a:bodyPr/>
          <a:lstStyle/>
          <a:p>
            <a:fld id="{AE025323-F69B-4C72-A383-43AF704BB72C}" type="slidenum">
              <a:rPr lang="en-US" smtClean="0"/>
              <a:t>‹#›</a:t>
            </a:fld>
            <a:endParaRPr lang="en-US"/>
          </a:p>
        </p:txBody>
      </p:sp>
    </p:spTree>
    <p:extLst>
      <p:ext uri="{BB962C8B-B14F-4D97-AF65-F5344CB8AC3E}">
        <p14:creationId xmlns:p14="http://schemas.microsoft.com/office/powerpoint/2010/main" val="180349193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437F6B-1E32-634B-ECF5-914F34811891}"/>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0D742C2E-B674-7B94-0CEA-FA799A6CC221}"/>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65A02D8-568D-7D89-F880-BC7CB7B8DE0F}"/>
              </a:ext>
            </a:extLst>
          </p:cNvPr>
          <p:cNvSpPr>
            <a:spLocks noGrp="1"/>
          </p:cNvSpPr>
          <p:nvPr>
            <p:ph type="dt" sz="half" idx="10"/>
          </p:nvPr>
        </p:nvSpPr>
        <p:spPr/>
        <p:txBody>
          <a:bodyPr/>
          <a:lstStyle/>
          <a:p>
            <a:fld id="{4373396F-A861-4C1C-A7E9-F53FB1B01DF7}" type="datetimeFigureOut">
              <a:rPr lang="en-US" smtClean="0"/>
              <a:t>3/2/2026</a:t>
            </a:fld>
            <a:endParaRPr lang="en-US"/>
          </a:p>
        </p:txBody>
      </p:sp>
      <p:sp>
        <p:nvSpPr>
          <p:cNvPr id="5" name="Footer Placeholder 4">
            <a:extLst>
              <a:ext uri="{FF2B5EF4-FFF2-40B4-BE49-F238E27FC236}">
                <a16:creationId xmlns:a16="http://schemas.microsoft.com/office/drawing/2014/main" id="{0EEA08C1-9A9A-6346-9A12-1D3610C7B5B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317F3EC-8378-D48B-33A6-5CE4EE949463}"/>
              </a:ext>
            </a:extLst>
          </p:cNvPr>
          <p:cNvSpPr>
            <a:spLocks noGrp="1"/>
          </p:cNvSpPr>
          <p:nvPr>
            <p:ph type="sldNum" sz="quarter" idx="12"/>
          </p:nvPr>
        </p:nvSpPr>
        <p:spPr/>
        <p:txBody>
          <a:bodyPr/>
          <a:lstStyle/>
          <a:p>
            <a:fld id="{AE025323-F69B-4C72-A383-43AF704BB72C}" type="slidenum">
              <a:rPr lang="en-US" smtClean="0"/>
              <a:t>‹#›</a:t>
            </a:fld>
            <a:endParaRPr lang="en-US"/>
          </a:p>
        </p:txBody>
      </p:sp>
    </p:spTree>
    <p:extLst>
      <p:ext uri="{BB962C8B-B14F-4D97-AF65-F5344CB8AC3E}">
        <p14:creationId xmlns:p14="http://schemas.microsoft.com/office/powerpoint/2010/main" val="63056283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8EEE578-E2D0-5B96-36A3-22987888E313}"/>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B0E01419-F51A-A866-89B2-A6DA58836CF1}"/>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CC03C4B-965E-E49C-1E6E-2DB208DB7612}"/>
              </a:ext>
            </a:extLst>
          </p:cNvPr>
          <p:cNvSpPr>
            <a:spLocks noGrp="1"/>
          </p:cNvSpPr>
          <p:nvPr>
            <p:ph type="dt" sz="half" idx="10"/>
          </p:nvPr>
        </p:nvSpPr>
        <p:spPr/>
        <p:txBody>
          <a:bodyPr/>
          <a:lstStyle/>
          <a:p>
            <a:fld id="{4373396F-A861-4C1C-A7E9-F53FB1B01DF7}" type="datetimeFigureOut">
              <a:rPr lang="en-US" smtClean="0"/>
              <a:t>3/2/2026</a:t>
            </a:fld>
            <a:endParaRPr lang="en-US"/>
          </a:p>
        </p:txBody>
      </p:sp>
      <p:sp>
        <p:nvSpPr>
          <p:cNvPr id="5" name="Footer Placeholder 4">
            <a:extLst>
              <a:ext uri="{FF2B5EF4-FFF2-40B4-BE49-F238E27FC236}">
                <a16:creationId xmlns:a16="http://schemas.microsoft.com/office/drawing/2014/main" id="{5DE68E58-6C96-B2BB-7FAB-B4405AD049B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4554CAE-BF6F-C7AC-625B-80BE10E09198}"/>
              </a:ext>
            </a:extLst>
          </p:cNvPr>
          <p:cNvSpPr>
            <a:spLocks noGrp="1"/>
          </p:cNvSpPr>
          <p:nvPr>
            <p:ph type="sldNum" sz="quarter" idx="12"/>
          </p:nvPr>
        </p:nvSpPr>
        <p:spPr/>
        <p:txBody>
          <a:bodyPr/>
          <a:lstStyle/>
          <a:p>
            <a:fld id="{AE025323-F69B-4C72-A383-43AF704BB72C}" type="slidenum">
              <a:rPr lang="en-US" smtClean="0"/>
              <a:t>‹#›</a:t>
            </a:fld>
            <a:endParaRPr lang="en-US"/>
          </a:p>
        </p:txBody>
      </p:sp>
    </p:spTree>
    <p:extLst>
      <p:ext uri="{BB962C8B-B14F-4D97-AF65-F5344CB8AC3E}">
        <p14:creationId xmlns:p14="http://schemas.microsoft.com/office/powerpoint/2010/main" val="301135206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7" name="Picture 6" descr="A silhouette of a city&#10;&#10;AI-generated content may be incorrect.">
            <a:extLst>
              <a:ext uri="{FF2B5EF4-FFF2-40B4-BE49-F238E27FC236}">
                <a16:creationId xmlns:a16="http://schemas.microsoft.com/office/drawing/2014/main" id="{E134ECA9-9007-251D-BF9F-93E1B19975DF}"/>
              </a:ext>
            </a:extLst>
          </p:cNvPr>
          <p:cNvPicPr>
            <a:picLocks noChangeAspect="1"/>
          </p:cNvPicPr>
          <p:nvPr userDrawn="1"/>
        </p:nvPicPr>
        <p:blipFill>
          <a:blip r:embed="rId13">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Placeholder 1">
            <a:extLst>
              <a:ext uri="{FF2B5EF4-FFF2-40B4-BE49-F238E27FC236}">
                <a16:creationId xmlns:a16="http://schemas.microsoft.com/office/drawing/2014/main" id="{DC78A224-A07F-D1CC-488A-32F01743D07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2D83CCA1-C758-6EF9-6BA9-6868514C689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DD722D6-AE58-5C40-599F-4E9DAEEC9C3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4373396F-A861-4C1C-A7E9-F53FB1B01DF7}" type="datetimeFigureOut">
              <a:rPr lang="en-US" smtClean="0"/>
              <a:t>3/2/2026</a:t>
            </a:fld>
            <a:endParaRPr lang="en-US"/>
          </a:p>
        </p:txBody>
      </p:sp>
      <p:sp>
        <p:nvSpPr>
          <p:cNvPr id="5" name="Footer Placeholder 4">
            <a:extLst>
              <a:ext uri="{FF2B5EF4-FFF2-40B4-BE49-F238E27FC236}">
                <a16:creationId xmlns:a16="http://schemas.microsoft.com/office/drawing/2014/main" id="{878D2FAF-006F-1388-18F2-1A8758C6352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28E8DBDE-7680-E54A-7822-E5230C6A669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AE025323-F69B-4C72-A383-43AF704BB72C}" type="slidenum">
              <a:rPr lang="en-US" smtClean="0"/>
              <a:t>‹#›</a:t>
            </a:fld>
            <a:endParaRPr lang="en-US"/>
          </a:p>
        </p:txBody>
      </p:sp>
      <p:pic>
        <p:nvPicPr>
          <p:cNvPr id="8" name="Picture 7" descr="A yellow and green text on a black background&#10;&#10;AI-generated content may be incorrect.">
            <a:extLst>
              <a:ext uri="{FF2B5EF4-FFF2-40B4-BE49-F238E27FC236}">
                <a16:creationId xmlns:a16="http://schemas.microsoft.com/office/drawing/2014/main" id="{D5090FE9-6F62-0D72-68E0-1450118534C0}"/>
              </a:ext>
            </a:extLst>
          </p:cNvPr>
          <p:cNvPicPr>
            <a:picLocks noChangeAspect="1"/>
          </p:cNvPicPr>
          <p:nvPr userDrawn="1"/>
        </p:nvPicPr>
        <p:blipFill>
          <a:blip r:embed="rId14">
            <a:extLst>
              <a:ext uri="{28A0092B-C50C-407E-A947-70E740481C1C}">
                <a14:useLocalDpi xmlns:a14="http://schemas.microsoft.com/office/drawing/2010/main" val="0"/>
              </a:ext>
            </a:extLst>
          </a:blip>
          <a:stretch>
            <a:fillRect/>
          </a:stretch>
        </p:blipFill>
        <p:spPr>
          <a:xfrm>
            <a:off x="10001250" y="-542925"/>
            <a:ext cx="2095500" cy="2095500"/>
          </a:xfrm>
          <a:prstGeom prst="rect">
            <a:avLst/>
          </a:prstGeom>
        </p:spPr>
      </p:pic>
    </p:spTree>
    <p:extLst>
      <p:ext uri="{BB962C8B-B14F-4D97-AF65-F5344CB8AC3E}">
        <p14:creationId xmlns:p14="http://schemas.microsoft.com/office/powerpoint/2010/main" val="232492888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rgbClr val="F7CA66"/>
          </a:solidFill>
          <a:latin typeface="Lufga" panose="00000500000000000000" pitchFamily="50" charset="0"/>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bg1"/>
          </a:solidFill>
          <a:latin typeface="Lufga" panose="00000500000000000000" pitchFamily="50"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bg1"/>
          </a:solidFill>
          <a:latin typeface="Lufga" panose="00000500000000000000" pitchFamily="50"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bg1"/>
          </a:solidFill>
          <a:latin typeface="Lufga" panose="00000500000000000000" pitchFamily="50"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Lufga" panose="00000500000000000000" pitchFamily="50"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Lufga" panose="00000500000000000000" pitchFamily="50"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7.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image" Target="../media/image8.png"/><Relationship Id="rId7" Type="http://schemas.openxmlformats.org/officeDocument/2006/relationships/image" Target="../media/image11.png"/><Relationship Id="rId2" Type="http://schemas.openxmlformats.org/officeDocument/2006/relationships/notesSlide" Target="../notesSlides/notesSlide1.xml"/><Relationship Id="rId1" Type="http://schemas.openxmlformats.org/officeDocument/2006/relationships/slideLayout" Target="../slideLayouts/slideLayout7.xml"/><Relationship Id="rId6" Type="http://schemas.openxmlformats.org/officeDocument/2006/relationships/image" Target="../media/image10.png"/><Relationship Id="rId5" Type="http://schemas.openxmlformats.org/officeDocument/2006/relationships/image" Target="../media/image9.jpeg"/><Relationship Id="rId4" Type="http://schemas.openxmlformats.org/officeDocument/2006/relationships/hyperlink" Target="mailto:adiaz@encamina.com" TargetMode="External"/><Relationship Id="rId9" Type="http://schemas.openxmlformats.org/officeDocument/2006/relationships/image" Target="../media/image13.png"/></Relationships>
</file>

<file path=ppt/slides/_rels/slide4.xml.rels><?xml version="1.0" encoding="UTF-8" standalone="yes"?>
<Relationships xmlns="http://schemas.openxmlformats.org/package/2006/relationships"><Relationship Id="rId8" Type="http://schemas.openxmlformats.org/officeDocument/2006/relationships/image" Target="../media/image18.png"/><Relationship Id="rId13" Type="http://schemas.openxmlformats.org/officeDocument/2006/relationships/image" Target="../media/image23.png"/><Relationship Id="rId3" Type="http://schemas.openxmlformats.org/officeDocument/2006/relationships/image" Target="../media/image14.png"/><Relationship Id="rId7" Type="http://schemas.openxmlformats.org/officeDocument/2006/relationships/image" Target="../media/image17.png"/><Relationship Id="rId12" Type="http://schemas.openxmlformats.org/officeDocument/2006/relationships/image" Target="../media/image22.png"/><Relationship Id="rId17" Type="http://schemas.openxmlformats.org/officeDocument/2006/relationships/image" Target="../media/image27.svg"/><Relationship Id="rId2" Type="http://schemas.openxmlformats.org/officeDocument/2006/relationships/notesSlide" Target="../notesSlides/notesSlide2.xml"/><Relationship Id="rId16" Type="http://schemas.openxmlformats.org/officeDocument/2006/relationships/image" Target="../media/image26.png"/><Relationship Id="rId1" Type="http://schemas.openxmlformats.org/officeDocument/2006/relationships/slideLayout" Target="../slideLayouts/slideLayout7.xml"/><Relationship Id="rId6" Type="http://schemas.openxmlformats.org/officeDocument/2006/relationships/image" Target="../media/image16.png"/><Relationship Id="rId11" Type="http://schemas.openxmlformats.org/officeDocument/2006/relationships/image" Target="../media/image21.png"/><Relationship Id="rId5" Type="http://schemas.openxmlformats.org/officeDocument/2006/relationships/image" Target="../media/image15.png"/><Relationship Id="rId15" Type="http://schemas.openxmlformats.org/officeDocument/2006/relationships/image" Target="../media/image25.png"/><Relationship Id="rId10" Type="http://schemas.openxmlformats.org/officeDocument/2006/relationships/image" Target="../media/image20.png"/><Relationship Id="rId4" Type="http://schemas.openxmlformats.org/officeDocument/2006/relationships/image" Target="../media/image2.png"/><Relationship Id="rId9" Type="http://schemas.openxmlformats.org/officeDocument/2006/relationships/image" Target="../media/image19.png"/><Relationship Id="rId14" Type="http://schemas.openxmlformats.org/officeDocument/2006/relationships/image" Target="../media/image24.png"/></Relationships>
</file>

<file path=ppt/slides/_rels/slide5.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image" Target="../media/image29.jpeg"/><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17.xml"/><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18.xml"/><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19.xml"/><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20.xml"/><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21.xml"/><Relationship Id="rId1" Type="http://schemas.openxmlformats.org/officeDocument/2006/relationships/slideLayout" Target="../slideLayouts/slideLayout4.xml"/></Relationships>
</file>

<file path=ppt/slides/_rels/slide31.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22.xml"/><Relationship Id="rId1" Type="http://schemas.openxmlformats.org/officeDocument/2006/relationships/slideLayout" Target="../slideLayouts/slideLayout4.xml"/></Relationships>
</file>

<file path=ppt/slides/_rels/slide32.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23.xml"/><Relationship Id="rId1" Type="http://schemas.openxmlformats.org/officeDocument/2006/relationships/slideLayout" Target="../slideLayouts/slideLayout4.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8" Type="http://schemas.openxmlformats.org/officeDocument/2006/relationships/image" Target="../media/image19.png"/><Relationship Id="rId13" Type="http://schemas.openxmlformats.org/officeDocument/2006/relationships/image" Target="../media/image24.png"/><Relationship Id="rId3" Type="http://schemas.openxmlformats.org/officeDocument/2006/relationships/image" Target="../media/image2.png"/><Relationship Id="rId7" Type="http://schemas.openxmlformats.org/officeDocument/2006/relationships/image" Target="../media/image18.png"/><Relationship Id="rId12" Type="http://schemas.openxmlformats.org/officeDocument/2006/relationships/image" Target="../media/image23.png"/><Relationship Id="rId2" Type="http://schemas.openxmlformats.org/officeDocument/2006/relationships/image" Target="../media/image14.png"/><Relationship Id="rId16" Type="http://schemas.openxmlformats.org/officeDocument/2006/relationships/image" Target="../media/image27.svg"/><Relationship Id="rId1" Type="http://schemas.openxmlformats.org/officeDocument/2006/relationships/slideLayout" Target="../slideLayouts/slideLayout7.xml"/><Relationship Id="rId6" Type="http://schemas.openxmlformats.org/officeDocument/2006/relationships/image" Target="../media/image17.png"/><Relationship Id="rId11" Type="http://schemas.openxmlformats.org/officeDocument/2006/relationships/image" Target="../media/image22.png"/><Relationship Id="rId5" Type="http://schemas.openxmlformats.org/officeDocument/2006/relationships/image" Target="../media/image16.png"/><Relationship Id="rId15" Type="http://schemas.openxmlformats.org/officeDocument/2006/relationships/image" Target="../media/image26.png"/><Relationship Id="rId10" Type="http://schemas.openxmlformats.org/officeDocument/2006/relationships/image" Target="../media/image21.png"/><Relationship Id="rId4" Type="http://schemas.openxmlformats.org/officeDocument/2006/relationships/image" Target="../media/image15.png"/><Relationship Id="rId9" Type="http://schemas.openxmlformats.org/officeDocument/2006/relationships/image" Target="../media/image20.png"/><Relationship Id="rId14" Type="http://schemas.openxmlformats.org/officeDocument/2006/relationships/image" Target="../media/image25.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F1DB5E-E7AA-E8CC-BFD3-2526A913DE95}"/>
            </a:ext>
          </a:extLst>
        </p:cNvPr>
        <p:cNvGrpSpPr/>
        <p:nvPr/>
      </p:nvGrpSpPr>
      <p:grpSpPr>
        <a:xfrm>
          <a:off x="0" y="0"/>
          <a:ext cx="0" cy="0"/>
          <a:chOff x="0" y="0"/>
          <a:chExt cx="0" cy="0"/>
        </a:xfrm>
      </p:grpSpPr>
      <p:pic>
        <p:nvPicPr>
          <p:cNvPr id="15" name="Picture 14" descr="A green background with a group of buildings and text&#10;&#10;AI-generated content may be incorrect.">
            <a:extLst>
              <a:ext uri="{FF2B5EF4-FFF2-40B4-BE49-F238E27FC236}">
                <a16:creationId xmlns:a16="http://schemas.microsoft.com/office/drawing/2014/main" id="{7CA9B9A6-6793-F43A-179E-0FA1B6E0215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5" name="TextBox 4">
            <a:extLst>
              <a:ext uri="{FF2B5EF4-FFF2-40B4-BE49-F238E27FC236}">
                <a16:creationId xmlns:a16="http://schemas.microsoft.com/office/drawing/2014/main" id="{AD0956B4-319C-66AC-ED14-191FC15E867A}"/>
              </a:ext>
            </a:extLst>
          </p:cNvPr>
          <p:cNvSpPr txBox="1"/>
          <p:nvPr/>
        </p:nvSpPr>
        <p:spPr>
          <a:xfrm>
            <a:off x="1104900" y="2808288"/>
            <a:ext cx="2549096" cy="461665"/>
          </a:xfrm>
          <a:prstGeom prst="rect">
            <a:avLst/>
          </a:prstGeom>
          <a:noFill/>
        </p:spPr>
        <p:txBody>
          <a:bodyPr wrap="none" rtlCol="0">
            <a:spAutoFit/>
          </a:bodyPr>
          <a:lstStyle/>
          <a:p>
            <a:r>
              <a:rPr lang="en-US" sz="2400">
                <a:solidFill>
                  <a:schemeClr val="bg1"/>
                </a:solidFill>
                <a:latin typeface="Lufga" panose="00000500000000000000" pitchFamily="50" charset="0"/>
              </a:rPr>
              <a:t>28 </a:t>
            </a:r>
            <a:r>
              <a:rPr lang="en-US" sz="2400" err="1">
                <a:solidFill>
                  <a:schemeClr val="bg1"/>
                </a:solidFill>
                <a:latin typeface="Lufga" panose="00000500000000000000" pitchFamily="50" charset="0"/>
              </a:rPr>
              <a:t>Febrero</a:t>
            </a:r>
            <a:r>
              <a:rPr lang="en-US" sz="2400">
                <a:solidFill>
                  <a:schemeClr val="bg1"/>
                </a:solidFill>
                <a:latin typeface="Lufga" panose="00000500000000000000" pitchFamily="50" charset="0"/>
              </a:rPr>
              <a:t> 2026</a:t>
            </a:r>
          </a:p>
        </p:txBody>
      </p:sp>
      <p:sp>
        <p:nvSpPr>
          <p:cNvPr id="6" name="TextBox 5">
            <a:extLst>
              <a:ext uri="{FF2B5EF4-FFF2-40B4-BE49-F238E27FC236}">
                <a16:creationId xmlns:a16="http://schemas.microsoft.com/office/drawing/2014/main" id="{FEE9C8B5-3709-EADD-E2CC-2BDCFB3EFC09}"/>
              </a:ext>
            </a:extLst>
          </p:cNvPr>
          <p:cNvSpPr txBox="1"/>
          <p:nvPr/>
        </p:nvSpPr>
        <p:spPr>
          <a:xfrm>
            <a:off x="1104899" y="3429000"/>
            <a:ext cx="3887603" cy="461665"/>
          </a:xfrm>
          <a:prstGeom prst="rect">
            <a:avLst/>
          </a:prstGeom>
          <a:noFill/>
        </p:spPr>
        <p:txBody>
          <a:bodyPr wrap="none" rtlCol="0">
            <a:spAutoFit/>
          </a:bodyPr>
          <a:lstStyle/>
          <a:p>
            <a:r>
              <a:rPr lang="en-US" sz="2400">
                <a:solidFill>
                  <a:schemeClr val="bg1"/>
                </a:solidFill>
                <a:latin typeface="Lufga" panose="00000500000000000000" pitchFamily="50" charset="0"/>
              </a:rPr>
              <a:t>09:00 AM – 18:00 PM CST</a:t>
            </a:r>
          </a:p>
        </p:txBody>
      </p:sp>
      <p:sp>
        <p:nvSpPr>
          <p:cNvPr id="8" name="TextBox 7">
            <a:extLst>
              <a:ext uri="{FF2B5EF4-FFF2-40B4-BE49-F238E27FC236}">
                <a16:creationId xmlns:a16="http://schemas.microsoft.com/office/drawing/2014/main" id="{0F8F10AB-A08E-8645-DCD8-7537E5AF8C63}"/>
              </a:ext>
            </a:extLst>
          </p:cNvPr>
          <p:cNvSpPr txBox="1"/>
          <p:nvPr/>
        </p:nvSpPr>
        <p:spPr>
          <a:xfrm>
            <a:off x="1104898" y="4049712"/>
            <a:ext cx="3258752" cy="830997"/>
          </a:xfrm>
          <a:prstGeom prst="rect">
            <a:avLst/>
          </a:prstGeom>
          <a:noFill/>
        </p:spPr>
        <p:txBody>
          <a:bodyPr wrap="square" rtlCol="0">
            <a:spAutoFit/>
          </a:bodyPr>
          <a:lstStyle/>
          <a:p>
            <a:r>
              <a:rPr lang="en-US" sz="2400">
                <a:solidFill>
                  <a:schemeClr val="bg1"/>
                </a:solidFill>
                <a:latin typeface="Lufga" panose="00000500000000000000" pitchFamily="50" charset="0"/>
              </a:rPr>
              <a:t>CEU San Pablo</a:t>
            </a:r>
          </a:p>
          <a:p>
            <a:r>
              <a:rPr lang="en-US" sz="2400">
                <a:solidFill>
                  <a:schemeClr val="bg1"/>
                </a:solidFill>
                <a:latin typeface="Lufga" panose="00000500000000000000" pitchFamily="50" charset="0"/>
              </a:rPr>
              <a:t>Madrid, Spain</a:t>
            </a:r>
          </a:p>
        </p:txBody>
      </p:sp>
      <p:pic>
        <p:nvPicPr>
          <p:cNvPr id="16" name="Picture 15" descr="A white line icon of a calendar&#10;&#10;AI-generated content may be incorrect.">
            <a:extLst>
              <a:ext uri="{FF2B5EF4-FFF2-40B4-BE49-F238E27FC236}">
                <a16:creationId xmlns:a16="http://schemas.microsoft.com/office/drawing/2014/main" id="{BC31A046-81F1-57F9-6647-DD5A218D282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16824" y="2896474"/>
            <a:ext cx="297575" cy="297575"/>
          </a:xfrm>
          <a:prstGeom prst="rect">
            <a:avLst/>
          </a:prstGeom>
        </p:spPr>
      </p:pic>
      <p:pic>
        <p:nvPicPr>
          <p:cNvPr id="17" name="Picture 16" descr="A white clock with a black background&#10;&#10;AI-generated content may be incorrect.">
            <a:extLst>
              <a:ext uri="{FF2B5EF4-FFF2-40B4-BE49-F238E27FC236}">
                <a16:creationId xmlns:a16="http://schemas.microsoft.com/office/drawing/2014/main" id="{7544D3CD-3676-CA7E-D772-86D19EAC805B}"/>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93066" y="3523016"/>
            <a:ext cx="297575" cy="297575"/>
          </a:xfrm>
          <a:prstGeom prst="rect">
            <a:avLst/>
          </a:prstGeom>
        </p:spPr>
      </p:pic>
      <p:pic>
        <p:nvPicPr>
          <p:cNvPr id="18" name="Picture 17" descr="A white and black logo&#10;&#10;AI-generated content may be incorrect.">
            <a:extLst>
              <a:ext uri="{FF2B5EF4-FFF2-40B4-BE49-F238E27FC236}">
                <a16:creationId xmlns:a16="http://schemas.microsoft.com/office/drawing/2014/main" id="{72688534-ADF5-A82D-F69C-274B74681BB0}"/>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93066" y="4149558"/>
            <a:ext cx="297575" cy="297575"/>
          </a:xfrm>
          <a:prstGeom prst="rect">
            <a:avLst/>
          </a:prstGeom>
        </p:spPr>
      </p:pic>
      <p:pic>
        <p:nvPicPr>
          <p:cNvPr id="7" name="Picture 6">
            <a:extLst>
              <a:ext uri="{FF2B5EF4-FFF2-40B4-BE49-F238E27FC236}">
                <a16:creationId xmlns:a16="http://schemas.microsoft.com/office/drawing/2014/main" id="{14E92FFD-F99D-4294-E4B8-DABD1590295A}"/>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7068255" y="751743"/>
            <a:ext cx="4289461" cy="4289461"/>
          </a:xfrm>
          <a:prstGeom prst="rect">
            <a:avLst/>
          </a:prstGeom>
        </p:spPr>
      </p:pic>
      <p:sp>
        <p:nvSpPr>
          <p:cNvPr id="2" name="Rectangle: Rounded Corners 1">
            <a:extLst>
              <a:ext uri="{FF2B5EF4-FFF2-40B4-BE49-F238E27FC236}">
                <a16:creationId xmlns:a16="http://schemas.microsoft.com/office/drawing/2014/main" id="{A0BF25C8-4E23-1470-86E6-A0AE96604CFD}"/>
              </a:ext>
            </a:extLst>
          </p:cNvPr>
          <p:cNvSpPr/>
          <p:nvPr/>
        </p:nvSpPr>
        <p:spPr>
          <a:xfrm rot="21385415">
            <a:off x="7633194" y="4936461"/>
            <a:ext cx="3283974" cy="523568"/>
          </a:xfrm>
          <a:prstGeom prst="roundRect">
            <a:avLst/>
          </a:prstGeom>
          <a:solidFill>
            <a:srgbClr val="D5522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CE044E3F-08DD-CFC5-DC4E-93186101E61C}"/>
              </a:ext>
            </a:extLst>
          </p:cNvPr>
          <p:cNvSpPr txBox="1"/>
          <p:nvPr/>
        </p:nvSpPr>
        <p:spPr>
          <a:xfrm rot="21393749">
            <a:off x="7692899" y="5013578"/>
            <a:ext cx="3164564" cy="369332"/>
          </a:xfrm>
          <a:prstGeom prst="rect">
            <a:avLst/>
          </a:prstGeom>
          <a:noFill/>
        </p:spPr>
        <p:txBody>
          <a:bodyPr wrap="square">
            <a:spAutoFit/>
          </a:bodyPr>
          <a:lstStyle/>
          <a:p>
            <a:r>
              <a:rPr lang="en-US">
                <a:solidFill>
                  <a:schemeClr val="bg1"/>
                </a:solidFill>
                <a:latin typeface="Lufga" panose="00000500000000000000" pitchFamily="50" charset="0"/>
                <a:cs typeface="Lao UI" panose="020F0502020204030204" pitchFamily="34" charset="0"/>
              </a:rPr>
              <a:t>https://globalai.es/</a:t>
            </a:r>
          </a:p>
        </p:txBody>
      </p:sp>
      <p:sp>
        <p:nvSpPr>
          <p:cNvPr id="3" name="TextBox 2">
            <a:extLst>
              <a:ext uri="{FF2B5EF4-FFF2-40B4-BE49-F238E27FC236}">
                <a16:creationId xmlns:a16="http://schemas.microsoft.com/office/drawing/2014/main" id="{17F5F143-5D54-8849-165B-98CEEB5551EB}"/>
              </a:ext>
            </a:extLst>
          </p:cNvPr>
          <p:cNvSpPr txBox="1"/>
          <p:nvPr/>
        </p:nvSpPr>
        <p:spPr>
          <a:xfrm>
            <a:off x="7280825" y="6349561"/>
            <a:ext cx="4641180" cy="338554"/>
          </a:xfrm>
          <a:prstGeom prst="rect">
            <a:avLst/>
          </a:prstGeom>
          <a:noFill/>
        </p:spPr>
        <p:txBody>
          <a:bodyPr wrap="square">
            <a:spAutoFit/>
          </a:bodyPr>
          <a:lstStyle/>
          <a:p>
            <a:pPr algn="r"/>
            <a:r>
              <a:rPr lang="en-GB" sz="1600" b="0" i="0">
                <a:solidFill>
                  <a:schemeClr val="bg1"/>
                </a:solidFill>
                <a:effectLst/>
                <a:latin typeface="Lufga" panose="020B0604020202020204" charset="0"/>
              </a:rPr>
              <a:t>#AgentCamp </a:t>
            </a:r>
            <a:r>
              <a:rPr lang="en-GB" sz="1600">
                <a:solidFill>
                  <a:schemeClr val="bg1"/>
                </a:solidFill>
                <a:latin typeface="Lufga" panose="020B0604020202020204" charset="0"/>
              </a:rPr>
              <a:t>#GlobalAICommunity</a:t>
            </a:r>
          </a:p>
        </p:txBody>
      </p:sp>
    </p:spTree>
    <p:extLst>
      <p:ext uri="{BB962C8B-B14F-4D97-AF65-F5344CB8AC3E}">
        <p14:creationId xmlns:p14="http://schemas.microsoft.com/office/powerpoint/2010/main" val="179237466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A yellow and green text on a black background&#10;&#10;AI-generated content may be incorrect.">
            <a:extLst>
              <a:ext uri="{FF2B5EF4-FFF2-40B4-BE49-F238E27FC236}">
                <a16:creationId xmlns:a16="http://schemas.microsoft.com/office/drawing/2014/main" id="{458B49E0-C8F1-92DB-E019-C91FE56B701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31754" y="-790575"/>
            <a:ext cx="3086100" cy="3086100"/>
          </a:xfrm>
          <a:prstGeom prst="rect">
            <a:avLst/>
          </a:prstGeom>
        </p:spPr>
      </p:pic>
      <p:sp>
        <p:nvSpPr>
          <p:cNvPr id="8" name="TextBox 7">
            <a:extLst>
              <a:ext uri="{FF2B5EF4-FFF2-40B4-BE49-F238E27FC236}">
                <a16:creationId xmlns:a16="http://schemas.microsoft.com/office/drawing/2014/main" id="{1FA7A8E9-C746-B666-F7C5-960FB93D2524}"/>
              </a:ext>
            </a:extLst>
          </p:cNvPr>
          <p:cNvSpPr txBox="1"/>
          <p:nvPr/>
        </p:nvSpPr>
        <p:spPr>
          <a:xfrm>
            <a:off x="593229" y="2088577"/>
            <a:ext cx="11203708" cy="646331"/>
          </a:xfrm>
          <a:prstGeom prst="rect">
            <a:avLst/>
          </a:prstGeom>
          <a:noFill/>
        </p:spPr>
        <p:txBody>
          <a:bodyPr wrap="none" rtlCol="0">
            <a:spAutoFit/>
          </a:bodyPr>
          <a:lstStyle/>
          <a:p>
            <a:r>
              <a:rPr lang="en-US" sz="3600" b="1" err="1">
                <a:solidFill>
                  <a:srgbClr val="F7CA66"/>
                </a:solidFill>
                <a:latin typeface="Lufga" panose="00000500000000000000" pitchFamily="50" charset="0"/>
              </a:rPr>
              <a:t>Agentes</a:t>
            </a:r>
            <a:r>
              <a:rPr lang="en-US" sz="3600" b="1">
                <a:solidFill>
                  <a:srgbClr val="F7CA66"/>
                </a:solidFill>
                <a:latin typeface="Lufga" panose="00000500000000000000" pitchFamily="50" charset="0"/>
              </a:rPr>
              <a:t> </a:t>
            </a:r>
            <a:r>
              <a:rPr lang="en-US" sz="3600" b="1" err="1">
                <a:solidFill>
                  <a:srgbClr val="F7CA66"/>
                </a:solidFill>
                <a:latin typeface="Lufga" panose="00000500000000000000" pitchFamily="50" charset="0"/>
              </a:rPr>
              <a:t>Dapr</a:t>
            </a:r>
            <a:r>
              <a:rPr lang="en-US" sz="3600" b="1">
                <a:solidFill>
                  <a:srgbClr val="F7CA66"/>
                </a:solidFill>
                <a:latin typeface="Lufga" panose="00000500000000000000" pitchFamily="50" charset="0"/>
              </a:rPr>
              <a:t> y Foundry AI para NPCs </a:t>
            </a:r>
            <a:r>
              <a:rPr lang="en-US" sz="3600" b="1" err="1">
                <a:solidFill>
                  <a:srgbClr val="F7CA66"/>
                </a:solidFill>
                <a:latin typeface="Lufga" panose="00000500000000000000" pitchFamily="50" charset="0"/>
              </a:rPr>
              <a:t>inteligentes</a:t>
            </a:r>
            <a:endParaRPr lang="en-US" sz="3600" b="1">
              <a:solidFill>
                <a:srgbClr val="F7CA66"/>
              </a:solidFill>
              <a:latin typeface="Lufga" panose="00000500000000000000" pitchFamily="50" charset="0"/>
            </a:endParaRPr>
          </a:p>
        </p:txBody>
      </p:sp>
      <p:sp>
        <p:nvSpPr>
          <p:cNvPr id="3" name="TextBox 2">
            <a:extLst>
              <a:ext uri="{FF2B5EF4-FFF2-40B4-BE49-F238E27FC236}">
                <a16:creationId xmlns:a16="http://schemas.microsoft.com/office/drawing/2014/main" id="{BAEBB5AA-0F04-58D6-50B6-DCCA0E7EE8F9}"/>
              </a:ext>
            </a:extLst>
          </p:cNvPr>
          <p:cNvSpPr txBox="1"/>
          <p:nvPr/>
        </p:nvSpPr>
        <p:spPr>
          <a:xfrm>
            <a:off x="7703035" y="6349561"/>
            <a:ext cx="4218969" cy="338554"/>
          </a:xfrm>
          <a:prstGeom prst="rect">
            <a:avLst/>
          </a:prstGeom>
          <a:noFill/>
        </p:spPr>
        <p:txBody>
          <a:bodyPr wrap="square">
            <a:spAutoFit/>
          </a:bodyPr>
          <a:lstStyle/>
          <a:p>
            <a:pPr algn="r"/>
            <a:r>
              <a:rPr lang="en-GB" sz="1600" b="0" i="0">
                <a:solidFill>
                  <a:schemeClr val="bg1"/>
                </a:solidFill>
                <a:effectLst/>
                <a:latin typeface="Lufga" panose="020B0604020202020204" charset="0"/>
              </a:rPr>
              <a:t>#AgentCamp </a:t>
            </a:r>
            <a:r>
              <a:rPr lang="en-GB" sz="1600">
                <a:solidFill>
                  <a:schemeClr val="bg1"/>
                </a:solidFill>
                <a:latin typeface="Lufga" panose="020B0604020202020204" charset="0"/>
              </a:rPr>
              <a:t>#GlobalAICommunity</a:t>
            </a:r>
          </a:p>
        </p:txBody>
      </p:sp>
    </p:spTree>
    <p:extLst>
      <p:ext uri="{BB962C8B-B14F-4D97-AF65-F5344CB8AC3E}">
        <p14:creationId xmlns:p14="http://schemas.microsoft.com/office/powerpoint/2010/main" val="377159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A picture containing person&#10;&#10;Description automatically generated">
            <a:extLst>
              <a:ext uri="{FF2B5EF4-FFF2-40B4-BE49-F238E27FC236}">
                <a16:creationId xmlns:a16="http://schemas.microsoft.com/office/drawing/2014/main" id="{0AFD4801-2B82-FE22-8B81-B024D872F03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53227" y="695714"/>
            <a:ext cx="9885548" cy="5466575"/>
          </a:xfrm>
          <a:prstGeom prst="rect">
            <a:avLst/>
          </a:prstGeom>
        </p:spPr>
      </p:pic>
      <p:grpSp>
        <p:nvGrpSpPr>
          <p:cNvPr id="4" name="Group 3">
            <a:extLst>
              <a:ext uri="{FF2B5EF4-FFF2-40B4-BE49-F238E27FC236}">
                <a16:creationId xmlns:a16="http://schemas.microsoft.com/office/drawing/2014/main" id="{1B8B3BE4-F987-A86E-9D84-06AC7F3F41F3}"/>
              </a:ext>
            </a:extLst>
          </p:cNvPr>
          <p:cNvGrpSpPr/>
          <p:nvPr/>
        </p:nvGrpSpPr>
        <p:grpSpPr>
          <a:xfrm>
            <a:off x="6593736" y="1146792"/>
            <a:ext cx="4577145" cy="3115611"/>
            <a:chOff x="5888266" y="1095884"/>
            <a:chExt cx="4577795" cy="3116051"/>
          </a:xfrm>
        </p:grpSpPr>
        <p:sp>
          <p:nvSpPr>
            <p:cNvPr id="21" name="Subtitle 1">
              <a:extLst>
                <a:ext uri="{FF2B5EF4-FFF2-40B4-BE49-F238E27FC236}">
                  <a16:creationId xmlns:a16="http://schemas.microsoft.com/office/drawing/2014/main" id="{01FD8B7E-B200-48B1-8540-BE5FA647CCF3}"/>
                </a:ext>
              </a:extLst>
            </p:cNvPr>
            <p:cNvSpPr txBox="1">
              <a:spLocks/>
            </p:cNvSpPr>
            <p:nvPr/>
          </p:nvSpPr>
          <p:spPr>
            <a:xfrm>
              <a:off x="5888266" y="1973619"/>
              <a:ext cx="3683782" cy="672447"/>
            </a:xfrm>
            <a:prstGeom prst="rect">
              <a:avLst/>
            </a:prstGeom>
          </p:spPr>
          <p:txBody>
            <a:bodyPr vert="horz" lIns="92073" tIns="46037" rIns="92073" bIns="46037" rtlCol="0">
              <a:noAutofit/>
            </a:bodyPr>
            <a:lstStyle>
              <a:lvl1pPr marL="373331" indent="-373331" algn="l" defTabSz="995548" rtl="0" eaLnBrk="1" latinLnBrk="0" hangingPunct="1">
                <a:spcBef>
                  <a:spcPct val="20000"/>
                </a:spcBef>
                <a:buFont typeface="Arial" pitchFamily="34" charset="0"/>
                <a:buChar char="•"/>
                <a:defRPr sz="1600" kern="1200">
                  <a:solidFill>
                    <a:schemeClr val="tx1"/>
                  </a:solidFill>
                  <a:latin typeface="Segoe UI" pitchFamily="34" charset="0"/>
                  <a:ea typeface="Segoe UI" pitchFamily="34" charset="0"/>
                  <a:cs typeface="Segoe UI" pitchFamily="34" charset="0"/>
                </a:defRPr>
              </a:lvl1pPr>
              <a:lvl2pPr marL="808882" indent="-311109" algn="l" defTabSz="995548" rtl="0" eaLnBrk="1" latinLnBrk="0" hangingPunct="1">
                <a:spcBef>
                  <a:spcPct val="20000"/>
                </a:spcBef>
                <a:buFont typeface="Arial" pitchFamily="34" charset="0"/>
                <a:buChar char="–"/>
                <a:defRPr lang="es-ES" sz="1600" kern="1200" dirty="0" smtClean="0">
                  <a:solidFill>
                    <a:schemeClr val="tx1"/>
                  </a:solidFill>
                  <a:latin typeface="Segoe UI" pitchFamily="34" charset="0"/>
                  <a:ea typeface="Segoe UI" pitchFamily="34" charset="0"/>
                  <a:cs typeface="Segoe UI" pitchFamily="34" charset="0"/>
                </a:defRPr>
              </a:lvl2pPr>
              <a:lvl3pPr marL="1244436" indent="-248887" algn="l" defTabSz="995548" rtl="0" eaLnBrk="1" latinLnBrk="0" hangingPunct="1">
                <a:spcBef>
                  <a:spcPct val="20000"/>
                </a:spcBef>
                <a:buFont typeface="Arial" pitchFamily="34" charset="0"/>
                <a:buChar char="•"/>
                <a:defRPr sz="1600" kern="1200">
                  <a:solidFill>
                    <a:schemeClr val="tx1"/>
                  </a:solidFill>
                  <a:latin typeface="Segoe UI" pitchFamily="34" charset="0"/>
                  <a:ea typeface="Segoe UI" pitchFamily="34" charset="0"/>
                  <a:cs typeface="Segoe UI" pitchFamily="34" charset="0"/>
                </a:defRPr>
              </a:lvl3pPr>
              <a:lvl4pPr marL="1742209" indent="-248887" algn="l" defTabSz="995548" rtl="0" eaLnBrk="1" latinLnBrk="0" hangingPunct="1">
                <a:spcBef>
                  <a:spcPct val="20000"/>
                </a:spcBef>
                <a:buFont typeface="Arial" pitchFamily="34" charset="0"/>
                <a:buChar char="–"/>
                <a:defRPr sz="1600" kern="1200">
                  <a:solidFill>
                    <a:schemeClr val="tx1"/>
                  </a:solidFill>
                  <a:latin typeface="Segoe UI" pitchFamily="34" charset="0"/>
                  <a:ea typeface="Segoe UI" pitchFamily="34" charset="0"/>
                  <a:cs typeface="Segoe UI" pitchFamily="34" charset="0"/>
                </a:defRPr>
              </a:lvl4pPr>
              <a:lvl5pPr marL="2239983" indent="-248887" algn="l" defTabSz="995548" rtl="0" eaLnBrk="1" latinLnBrk="0" hangingPunct="1">
                <a:spcBef>
                  <a:spcPct val="20000"/>
                </a:spcBef>
                <a:buFont typeface="Arial" pitchFamily="34" charset="0"/>
                <a:buChar char="»"/>
                <a:defRPr sz="1600" kern="1200">
                  <a:solidFill>
                    <a:schemeClr val="tx1"/>
                  </a:solidFill>
                  <a:latin typeface="Segoe UI" pitchFamily="34" charset="0"/>
                  <a:ea typeface="Segoe UI" pitchFamily="34" charset="0"/>
                  <a:cs typeface="Segoe UI" pitchFamily="34" charset="0"/>
                </a:defRPr>
              </a:lvl5pPr>
              <a:lvl6pPr marL="2737757" indent="-248887" algn="l" defTabSz="995548" rtl="0" eaLnBrk="1" latinLnBrk="0" hangingPunct="1">
                <a:spcBef>
                  <a:spcPct val="20000"/>
                </a:spcBef>
                <a:buFont typeface="Arial" pitchFamily="34" charset="0"/>
                <a:buChar char="•"/>
                <a:defRPr sz="2199" kern="1200">
                  <a:solidFill>
                    <a:schemeClr val="tx1"/>
                  </a:solidFill>
                  <a:latin typeface="+mn-lt"/>
                  <a:ea typeface="+mn-ea"/>
                  <a:cs typeface="+mn-cs"/>
                </a:defRPr>
              </a:lvl6pPr>
              <a:lvl7pPr marL="3235531" indent="-248887" algn="l" defTabSz="995548" rtl="0" eaLnBrk="1" latinLnBrk="0" hangingPunct="1">
                <a:spcBef>
                  <a:spcPct val="20000"/>
                </a:spcBef>
                <a:buFont typeface="Arial" pitchFamily="34" charset="0"/>
                <a:buChar char="•"/>
                <a:defRPr sz="2199" kern="1200">
                  <a:solidFill>
                    <a:schemeClr val="tx1"/>
                  </a:solidFill>
                  <a:latin typeface="+mn-lt"/>
                  <a:ea typeface="+mn-ea"/>
                  <a:cs typeface="+mn-cs"/>
                </a:defRPr>
              </a:lvl7pPr>
              <a:lvl8pPr marL="3733305" indent="-248887" algn="l" defTabSz="995548" rtl="0" eaLnBrk="1" latinLnBrk="0" hangingPunct="1">
                <a:spcBef>
                  <a:spcPct val="20000"/>
                </a:spcBef>
                <a:buFont typeface="Arial" pitchFamily="34" charset="0"/>
                <a:buChar char="•"/>
                <a:defRPr sz="2199" kern="1200">
                  <a:solidFill>
                    <a:schemeClr val="tx1"/>
                  </a:solidFill>
                  <a:latin typeface="+mn-lt"/>
                  <a:ea typeface="+mn-ea"/>
                  <a:cs typeface="+mn-cs"/>
                </a:defRPr>
              </a:lvl8pPr>
              <a:lvl9pPr marL="4231079" indent="-248887" algn="l" defTabSz="995548" rtl="0" eaLnBrk="1" latinLnBrk="0" hangingPunct="1">
                <a:spcBef>
                  <a:spcPct val="20000"/>
                </a:spcBef>
                <a:buFont typeface="Arial" pitchFamily="34" charset="0"/>
                <a:buChar char="•"/>
                <a:defRPr sz="2199" kern="1200">
                  <a:solidFill>
                    <a:schemeClr val="tx1"/>
                  </a:solidFill>
                  <a:latin typeface="+mn-lt"/>
                  <a:ea typeface="+mn-ea"/>
                  <a:cs typeface="+mn-cs"/>
                </a:defRPr>
              </a:lvl9pPr>
            </a:lstStyle>
            <a:p>
              <a:pPr marL="0" indent="0" defTabSz="1015243">
                <a:buNone/>
                <a:defRPr/>
              </a:pPr>
              <a:r>
                <a:rPr lang="en-US" sz="2800" b="1" spc="-101">
                  <a:latin typeface="Segoe UI Light" pitchFamily="34" charset="0"/>
                </a:rPr>
                <a:t>Sergio Parra Guerra</a:t>
              </a:r>
            </a:p>
          </p:txBody>
        </p:sp>
        <p:sp>
          <p:nvSpPr>
            <p:cNvPr id="22" name="Text Placeholder 4">
              <a:extLst>
                <a:ext uri="{FF2B5EF4-FFF2-40B4-BE49-F238E27FC236}">
                  <a16:creationId xmlns:a16="http://schemas.microsoft.com/office/drawing/2014/main" id="{4A371086-E804-470C-8D47-FDFC7A6DA0B5}"/>
                </a:ext>
              </a:extLst>
            </p:cNvPr>
            <p:cNvSpPr txBox="1">
              <a:spLocks/>
            </p:cNvSpPr>
            <p:nvPr/>
          </p:nvSpPr>
          <p:spPr>
            <a:xfrm>
              <a:off x="5888266" y="2716426"/>
              <a:ext cx="4482761" cy="1495509"/>
            </a:xfrm>
            <a:prstGeom prst="rect">
              <a:avLst/>
            </a:prstGeom>
          </p:spPr>
          <p:txBody>
            <a:bodyPr vert="horz" lIns="92073" tIns="46037" rIns="92073" bIns="46037" rtlCol="0">
              <a:normAutofit/>
            </a:bodyPr>
            <a:lstStyle>
              <a:lvl1pPr marL="373331" indent="-373331" algn="l" defTabSz="995548" rtl="0" eaLnBrk="1" latinLnBrk="0" hangingPunct="1">
                <a:spcBef>
                  <a:spcPct val="20000"/>
                </a:spcBef>
                <a:buFont typeface="Arial" pitchFamily="34" charset="0"/>
                <a:buChar char="•"/>
                <a:defRPr sz="1600" kern="1200">
                  <a:solidFill>
                    <a:schemeClr val="tx1"/>
                  </a:solidFill>
                  <a:latin typeface="Segoe UI" pitchFamily="34" charset="0"/>
                  <a:ea typeface="Segoe UI" pitchFamily="34" charset="0"/>
                  <a:cs typeface="Segoe UI" pitchFamily="34" charset="0"/>
                </a:defRPr>
              </a:lvl1pPr>
              <a:lvl2pPr marL="808882" indent="-311109" algn="l" defTabSz="995548" rtl="0" eaLnBrk="1" latinLnBrk="0" hangingPunct="1">
                <a:spcBef>
                  <a:spcPct val="20000"/>
                </a:spcBef>
                <a:buFont typeface="Arial" pitchFamily="34" charset="0"/>
                <a:buChar char="–"/>
                <a:defRPr lang="es-ES" sz="1600" kern="1200" dirty="0" smtClean="0">
                  <a:solidFill>
                    <a:schemeClr val="tx1"/>
                  </a:solidFill>
                  <a:latin typeface="Segoe UI" pitchFamily="34" charset="0"/>
                  <a:ea typeface="Segoe UI" pitchFamily="34" charset="0"/>
                  <a:cs typeface="Segoe UI" pitchFamily="34" charset="0"/>
                </a:defRPr>
              </a:lvl2pPr>
              <a:lvl3pPr marL="1244436" indent="-248887" algn="l" defTabSz="995548" rtl="0" eaLnBrk="1" latinLnBrk="0" hangingPunct="1">
                <a:spcBef>
                  <a:spcPct val="20000"/>
                </a:spcBef>
                <a:buFont typeface="Arial" pitchFamily="34" charset="0"/>
                <a:buChar char="•"/>
                <a:defRPr sz="1600" kern="1200">
                  <a:solidFill>
                    <a:schemeClr val="tx1"/>
                  </a:solidFill>
                  <a:latin typeface="Segoe UI" pitchFamily="34" charset="0"/>
                  <a:ea typeface="Segoe UI" pitchFamily="34" charset="0"/>
                  <a:cs typeface="Segoe UI" pitchFamily="34" charset="0"/>
                </a:defRPr>
              </a:lvl3pPr>
              <a:lvl4pPr marL="1742209" indent="-248887" algn="l" defTabSz="995548" rtl="0" eaLnBrk="1" latinLnBrk="0" hangingPunct="1">
                <a:spcBef>
                  <a:spcPct val="20000"/>
                </a:spcBef>
                <a:buFont typeface="Arial" pitchFamily="34" charset="0"/>
                <a:buChar char="–"/>
                <a:defRPr sz="1600" kern="1200">
                  <a:solidFill>
                    <a:schemeClr val="tx1"/>
                  </a:solidFill>
                  <a:latin typeface="Segoe UI" pitchFamily="34" charset="0"/>
                  <a:ea typeface="Segoe UI" pitchFamily="34" charset="0"/>
                  <a:cs typeface="Segoe UI" pitchFamily="34" charset="0"/>
                </a:defRPr>
              </a:lvl4pPr>
              <a:lvl5pPr marL="2239983" indent="-248887" algn="l" defTabSz="995548" rtl="0" eaLnBrk="1" latinLnBrk="0" hangingPunct="1">
                <a:spcBef>
                  <a:spcPct val="20000"/>
                </a:spcBef>
                <a:buFont typeface="Arial" pitchFamily="34" charset="0"/>
                <a:buChar char="»"/>
                <a:defRPr sz="1600" kern="1200">
                  <a:solidFill>
                    <a:schemeClr val="tx1"/>
                  </a:solidFill>
                  <a:latin typeface="Segoe UI" pitchFamily="34" charset="0"/>
                  <a:ea typeface="Segoe UI" pitchFamily="34" charset="0"/>
                  <a:cs typeface="Segoe UI" pitchFamily="34" charset="0"/>
                </a:defRPr>
              </a:lvl5pPr>
              <a:lvl6pPr marL="2737757" indent="-248887" algn="l" defTabSz="995548" rtl="0" eaLnBrk="1" latinLnBrk="0" hangingPunct="1">
                <a:spcBef>
                  <a:spcPct val="20000"/>
                </a:spcBef>
                <a:buFont typeface="Arial" pitchFamily="34" charset="0"/>
                <a:buChar char="•"/>
                <a:defRPr sz="2199" kern="1200">
                  <a:solidFill>
                    <a:schemeClr val="tx1"/>
                  </a:solidFill>
                  <a:latin typeface="+mn-lt"/>
                  <a:ea typeface="+mn-ea"/>
                  <a:cs typeface="+mn-cs"/>
                </a:defRPr>
              </a:lvl6pPr>
              <a:lvl7pPr marL="3235531" indent="-248887" algn="l" defTabSz="995548" rtl="0" eaLnBrk="1" latinLnBrk="0" hangingPunct="1">
                <a:spcBef>
                  <a:spcPct val="20000"/>
                </a:spcBef>
                <a:buFont typeface="Arial" pitchFamily="34" charset="0"/>
                <a:buChar char="•"/>
                <a:defRPr sz="2199" kern="1200">
                  <a:solidFill>
                    <a:schemeClr val="tx1"/>
                  </a:solidFill>
                  <a:latin typeface="+mn-lt"/>
                  <a:ea typeface="+mn-ea"/>
                  <a:cs typeface="+mn-cs"/>
                </a:defRPr>
              </a:lvl7pPr>
              <a:lvl8pPr marL="3733305" indent="-248887" algn="l" defTabSz="995548" rtl="0" eaLnBrk="1" latinLnBrk="0" hangingPunct="1">
                <a:spcBef>
                  <a:spcPct val="20000"/>
                </a:spcBef>
                <a:buFont typeface="Arial" pitchFamily="34" charset="0"/>
                <a:buChar char="•"/>
                <a:defRPr sz="2199" kern="1200">
                  <a:solidFill>
                    <a:schemeClr val="tx1"/>
                  </a:solidFill>
                  <a:latin typeface="+mn-lt"/>
                  <a:ea typeface="+mn-ea"/>
                  <a:cs typeface="+mn-cs"/>
                </a:defRPr>
              </a:lvl8pPr>
              <a:lvl9pPr marL="4231079" indent="-248887" algn="l" defTabSz="995548" rtl="0" eaLnBrk="1" latinLnBrk="0" hangingPunct="1">
                <a:spcBef>
                  <a:spcPct val="20000"/>
                </a:spcBef>
                <a:buFont typeface="Arial" pitchFamily="34" charset="0"/>
                <a:buChar char="•"/>
                <a:defRPr sz="2199" kern="1200">
                  <a:solidFill>
                    <a:schemeClr val="tx1"/>
                  </a:solidFill>
                  <a:latin typeface="+mn-lt"/>
                  <a:ea typeface="+mn-ea"/>
                  <a:cs typeface="+mn-cs"/>
                </a:defRPr>
              </a:lvl9pPr>
            </a:lstStyle>
            <a:p>
              <a:pPr marL="0" indent="0" defTabSz="1015243">
                <a:buNone/>
                <a:defRPr/>
              </a:pPr>
              <a:r>
                <a:rPr lang="en-US" sz="2589" spc="-101">
                  <a:solidFill>
                    <a:schemeClr val="bg1"/>
                  </a:solidFill>
                  <a:latin typeface="Segoe UI Light" pitchFamily="34" charset="0"/>
                </a:rPr>
                <a:t>ENCAMINA</a:t>
              </a:r>
            </a:p>
            <a:p>
              <a:pPr marL="0" lvl="1" indent="0" defTabSz="1015243">
                <a:spcBef>
                  <a:spcPts val="1020"/>
                </a:spcBef>
                <a:buNone/>
                <a:defRPr/>
              </a:pPr>
              <a:r>
                <a:rPr lang="en-US" sz="1663">
                  <a:latin typeface="Segoe UI Light" panose="020B0502040204020203" pitchFamily="34" charset="0"/>
                  <a:cs typeface="Segoe UI Light" panose="020B0502040204020203" pitchFamily="34" charset="0"/>
                </a:rPr>
                <a:t>@sparraguerra</a:t>
              </a:r>
              <a:endParaRPr lang="en-US" sz="1109">
                <a:latin typeface="Segoe UI Light" panose="020B0502040204020203" pitchFamily="34" charset="0"/>
                <a:cs typeface="Segoe UI Light" panose="020B0502040204020203" pitchFamily="34" charset="0"/>
              </a:endParaRPr>
            </a:p>
            <a:p>
              <a:pPr marL="346338" lvl="1" indent="0" defTabSz="1015243">
                <a:buNone/>
                <a:defRPr/>
              </a:pPr>
              <a:endParaRPr lang="en-US" sz="1109">
                <a:solidFill>
                  <a:schemeClr val="bg1"/>
                </a:solidFill>
                <a:latin typeface="Segoe UI Light" panose="020B0502040204020203" pitchFamily="34" charset="0"/>
                <a:cs typeface="Segoe UI Light" panose="020B0502040204020203" pitchFamily="34" charset="0"/>
                <a:hlinkClick r:id="rId4">
                  <a:extLst>
                    <a:ext uri="{A12FA001-AC4F-418D-AE19-62706E023703}">
                      <ahyp:hlinkClr xmlns:ahyp="http://schemas.microsoft.com/office/drawing/2018/hyperlinkcolor" val="tx"/>
                    </a:ext>
                  </a:extLst>
                </a:hlinkClick>
              </a:endParaRPr>
            </a:p>
            <a:p>
              <a:pPr marL="380716" indent="-380716" defTabSz="1015243">
                <a:defRPr/>
              </a:pPr>
              <a:endParaRPr lang="en-US" sz="2589">
                <a:solidFill>
                  <a:schemeClr val="bg1"/>
                </a:solidFill>
              </a:endParaRPr>
            </a:p>
            <a:p>
              <a:pPr marL="380716" indent="-380716" defTabSz="1015243">
                <a:defRPr/>
              </a:pPr>
              <a:endParaRPr lang="en-US" sz="1480">
                <a:solidFill>
                  <a:schemeClr val="bg1"/>
                </a:solidFill>
              </a:endParaRPr>
            </a:p>
          </p:txBody>
        </p:sp>
        <p:pic>
          <p:nvPicPr>
            <p:cNvPr id="26" name="Marcador de posición de imagen 7">
              <a:extLst>
                <a:ext uri="{FF2B5EF4-FFF2-40B4-BE49-F238E27FC236}">
                  <a16:creationId xmlns:a16="http://schemas.microsoft.com/office/drawing/2014/main" id="{F95BD1BC-659B-4853-B5DD-E84375DD80B8}"/>
                </a:ext>
              </a:extLst>
            </p:cNvPr>
            <p:cNvPicPr>
              <a:picLocks noChangeAspect="1"/>
            </p:cNvPicPr>
            <p:nvPr/>
          </p:nvPicPr>
          <p:blipFill>
            <a:blip r:embed="rId5">
              <a:extLst>
                <a:ext uri="{28A0092B-C50C-407E-A947-70E740481C1C}">
                  <a14:useLocalDpi xmlns:a14="http://schemas.microsoft.com/office/drawing/2010/main" val="0"/>
                </a:ext>
              </a:extLst>
            </a:blip>
            <a:srcRect/>
            <a:stretch/>
          </p:blipFill>
          <p:spPr>
            <a:xfrm rot="450511">
              <a:off x="9135847" y="1095884"/>
              <a:ext cx="1330214" cy="1330213"/>
            </a:xfrm>
            <a:prstGeom prst="ellipse">
              <a:avLst/>
            </a:prstGeom>
            <a:solidFill>
              <a:srgbClr val="FFFFFF">
                <a:shade val="85000"/>
              </a:srgbClr>
            </a:solidFill>
            <a:ln w="76200" cap="rnd">
              <a:solidFill>
                <a:srgbClr val="FFFFFF"/>
              </a:solidFill>
            </a:ln>
            <a:effectLst>
              <a:outerShdw blurRad="50000" algn="tl" rotWithShape="0">
                <a:srgbClr val="000000">
                  <a:alpha val="41000"/>
                </a:srgbClr>
              </a:outerShdw>
            </a:effectLst>
            <a:scene3d>
              <a:camera prst="orthographicFront"/>
              <a:lightRig rig="twoPt" dir="t">
                <a:rot lat="0" lon="0" rev="7800000"/>
              </a:lightRig>
            </a:scene3d>
            <a:sp3d contourW="6350">
              <a:bevelT w="50800" h="16510"/>
              <a:contourClr>
                <a:srgbClr val="C0C0C0"/>
              </a:contourClr>
            </a:sp3d>
          </p:spPr>
        </p:pic>
      </p:grpSp>
      <p:grpSp>
        <p:nvGrpSpPr>
          <p:cNvPr id="3" name="Group 2">
            <a:extLst>
              <a:ext uri="{FF2B5EF4-FFF2-40B4-BE49-F238E27FC236}">
                <a16:creationId xmlns:a16="http://schemas.microsoft.com/office/drawing/2014/main" id="{9E667B5E-3D87-61B3-3AD4-4456B64C2A57}"/>
              </a:ext>
            </a:extLst>
          </p:cNvPr>
          <p:cNvGrpSpPr/>
          <p:nvPr/>
        </p:nvGrpSpPr>
        <p:grpSpPr>
          <a:xfrm>
            <a:off x="235721" y="1106451"/>
            <a:ext cx="5593136" cy="2763717"/>
            <a:chOff x="624308" y="1109161"/>
            <a:chExt cx="5593929" cy="2764109"/>
          </a:xfrm>
        </p:grpSpPr>
        <p:sp>
          <p:nvSpPr>
            <p:cNvPr id="19" name="Subtitle 1">
              <a:extLst>
                <a:ext uri="{FF2B5EF4-FFF2-40B4-BE49-F238E27FC236}">
                  <a16:creationId xmlns:a16="http://schemas.microsoft.com/office/drawing/2014/main" id="{F87642CD-9731-4982-87EA-FEBBABEEBB13}"/>
                </a:ext>
              </a:extLst>
            </p:cNvPr>
            <p:cNvSpPr txBox="1">
              <a:spLocks/>
            </p:cNvSpPr>
            <p:nvPr/>
          </p:nvSpPr>
          <p:spPr>
            <a:xfrm>
              <a:off x="625694" y="1928306"/>
              <a:ext cx="4585267" cy="601740"/>
            </a:xfrm>
            <a:prstGeom prst="rect">
              <a:avLst/>
            </a:prstGeom>
          </p:spPr>
          <p:txBody>
            <a:bodyPr vert="horz" wrap="square" lIns="169116" tIns="169116" rIns="0" bIns="0" rtlCol="0" anchor="t" anchorCtr="0">
              <a:spAutoFit/>
            </a:bodyPr>
            <a:lstStyle>
              <a:lvl1pPr marL="633579" indent="-630079" algn="l" defTabSz="995548" rtl="0" eaLnBrk="1" latinLnBrk="0" hangingPunct="1">
                <a:spcBef>
                  <a:spcPct val="20000"/>
                </a:spcBef>
                <a:buFont typeface="Arial" pitchFamily="34" charset="0"/>
                <a:buNone/>
                <a:defRPr lang="en-US" sz="3528" b="1" kern="1200" spc="-110" baseline="0" dirty="0" smtClean="0">
                  <a:solidFill>
                    <a:schemeClr val="tx1">
                      <a:alpha val="99000"/>
                    </a:schemeClr>
                  </a:solidFill>
                  <a:latin typeface="Segoe UI Light" pitchFamily="34" charset="0"/>
                  <a:ea typeface="Segoe UI" pitchFamily="34" charset="0"/>
                  <a:cs typeface="Segoe UI" pitchFamily="34" charset="0"/>
                </a:defRPr>
              </a:lvl1pPr>
              <a:lvl2pPr marL="381548" indent="-378047" algn="l" defTabSz="995548" rtl="0" eaLnBrk="1" latinLnBrk="0" hangingPunct="1">
                <a:spcBef>
                  <a:spcPct val="20000"/>
                </a:spcBef>
                <a:buFont typeface="Arial" pitchFamily="34" charset="0"/>
                <a:buNone/>
                <a:defRPr lang="en-US" sz="1600" kern="1200" spc="-55" baseline="0" dirty="0" smtClean="0">
                  <a:solidFill>
                    <a:schemeClr val="tx1">
                      <a:alpha val="99000"/>
                    </a:schemeClr>
                  </a:solidFill>
                  <a:latin typeface="Segoe UI" pitchFamily="34" charset="0"/>
                  <a:ea typeface="Segoe UI" pitchFamily="34" charset="0"/>
                  <a:cs typeface="Segoe UI" pitchFamily="34" charset="0"/>
                </a:defRPr>
              </a:lvl2pPr>
              <a:lvl3pPr marL="1244436" indent="-248887" algn="l" defTabSz="995548" rtl="0" eaLnBrk="1" latinLnBrk="0" hangingPunct="1">
                <a:spcBef>
                  <a:spcPct val="20000"/>
                </a:spcBef>
                <a:buFont typeface="Arial" pitchFamily="34" charset="0"/>
                <a:buChar char="•"/>
                <a:defRPr sz="1600" kern="1200">
                  <a:solidFill>
                    <a:schemeClr val="tx1"/>
                  </a:solidFill>
                  <a:latin typeface="Segoe UI" pitchFamily="34" charset="0"/>
                  <a:ea typeface="Segoe UI" pitchFamily="34" charset="0"/>
                  <a:cs typeface="Segoe UI" pitchFamily="34" charset="0"/>
                </a:defRPr>
              </a:lvl3pPr>
              <a:lvl4pPr marL="1742209" indent="-248887" algn="l" defTabSz="995548" rtl="0" eaLnBrk="1" latinLnBrk="0" hangingPunct="1">
                <a:spcBef>
                  <a:spcPct val="20000"/>
                </a:spcBef>
                <a:buFont typeface="Arial" pitchFamily="34" charset="0"/>
                <a:buChar char="–"/>
                <a:defRPr sz="1600" kern="1200">
                  <a:solidFill>
                    <a:schemeClr val="tx1"/>
                  </a:solidFill>
                  <a:latin typeface="Segoe UI" pitchFamily="34" charset="0"/>
                  <a:ea typeface="Segoe UI" pitchFamily="34" charset="0"/>
                  <a:cs typeface="Segoe UI" pitchFamily="34" charset="0"/>
                </a:defRPr>
              </a:lvl4pPr>
              <a:lvl5pPr marL="2239983" indent="-248887" algn="l" defTabSz="995548" rtl="0" eaLnBrk="1" latinLnBrk="0" hangingPunct="1">
                <a:spcBef>
                  <a:spcPct val="20000"/>
                </a:spcBef>
                <a:buFont typeface="Arial" pitchFamily="34" charset="0"/>
                <a:buChar char="»"/>
                <a:defRPr sz="1600" kern="1200">
                  <a:solidFill>
                    <a:schemeClr val="tx1"/>
                  </a:solidFill>
                  <a:latin typeface="Segoe UI" pitchFamily="34" charset="0"/>
                  <a:ea typeface="Segoe UI" pitchFamily="34" charset="0"/>
                  <a:cs typeface="Segoe UI" pitchFamily="34" charset="0"/>
                </a:defRPr>
              </a:lvl5pPr>
              <a:lvl6pPr marL="2737757" indent="-248887" algn="l" defTabSz="995548" rtl="0" eaLnBrk="1" latinLnBrk="0" hangingPunct="1">
                <a:spcBef>
                  <a:spcPct val="20000"/>
                </a:spcBef>
                <a:buFont typeface="Arial" pitchFamily="34" charset="0"/>
                <a:buChar char="•"/>
                <a:defRPr sz="2199" kern="1200">
                  <a:solidFill>
                    <a:schemeClr val="tx1"/>
                  </a:solidFill>
                  <a:latin typeface="+mn-lt"/>
                  <a:ea typeface="+mn-ea"/>
                  <a:cs typeface="+mn-cs"/>
                </a:defRPr>
              </a:lvl6pPr>
              <a:lvl7pPr marL="3235531" indent="-248887" algn="l" defTabSz="995548" rtl="0" eaLnBrk="1" latinLnBrk="0" hangingPunct="1">
                <a:spcBef>
                  <a:spcPct val="20000"/>
                </a:spcBef>
                <a:buFont typeface="Arial" pitchFamily="34" charset="0"/>
                <a:buChar char="•"/>
                <a:defRPr sz="2199" kern="1200">
                  <a:solidFill>
                    <a:schemeClr val="tx1"/>
                  </a:solidFill>
                  <a:latin typeface="+mn-lt"/>
                  <a:ea typeface="+mn-ea"/>
                  <a:cs typeface="+mn-cs"/>
                </a:defRPr>
              </a:lvl7pPr>
              <a:lvl8pPr marL="3733305" indent="-248887" algn="l" defTabSz="995548" rtl="0" eaLnBrk="1" latinLnBrk="0" hangingPunct="1">
                <a:spcBef>
                  <a:spcPct val="20000"/>
                </a:spcBef>
                <a:buFont typeface="Arial" pitchFamily="34" charset="0"/>
                <a:buChar char="•"/>
                <a:defRPr sz="2199" kern="1200">
                  <a:solidFill>
                    <a:schemeClr val="tx1"/>
                  </a:solidFill>
                  <a:latin typeface="+mn-lt"/>
                  <a:ea typeface="+mn-ea"/>
                  <a:cs typeface="+mn-cs"/>
                </a:defRPr>
              </a:lvl8pPr>
              <a:lvl9pPr marL="4231079" indent="-248887" algn="l" defTabSz="995548" rtl="0" eaLnBrk="1" latinLnBrk="0" hangingPunct="1">
                <a:spcBef>
                  <a:spcPct val="20000"/>
                </a:spcBef>
                <a:buFont typeface="Arial" pitchFamily="34" charset="0"/>
                <a:buChar char="•"/>
                <a:defRPr sz="2199" kern="1200">
                  <a:solidFill>
                    <a:schemeClr val="tx1"/>
                  </a:solidFill>
                  <a:latin typeface="+mn-lt"/>
                  <a:ea typeface="+mn-ea"/>
                  <a:cs typeface="+mn-cs"/>
                </a:defRPr>
              </a:lvl9pPr>
            </a:lstStyle>
            <a:p>
              <a:pPr marL="646113" indent="-642544" defTabSz="1015243">
                <a:defRPr/>
              </a:pPr>
              <a:r>
                <a:rPr lang="es-ES" sz="2800" spc="-112"/>
                <a:t>Santiago Porras Rodríguez</a:t>
              </a:r>
            </a:p>
          </p:txBody>
        </p:sp>
        <p:sp>
          <p:nvSpPr>
            <p:cNvPr id="20" name="Text Placeholder 4">
              <a:extLst>
                <a:ext uri="{FF2B5EF4-FFF2-40B4-BE49-F238E27FC236}">
                  <a16:creationId xmlns:a16="http://schemas.microsoft.com/office/drawing/2014/main" id="{7B56ACA2-2D47-42DD-89B2-0F31778549EE}"/>
                </a:ext>
              </a:extLst>
            </p:cNvPr>
            <p:cNvSpPr txBox="1">
              <a:spLocks/>
            </p:cNvSpPr>
            <p:nvPr/>
          </p:nvSpPr>
          <p:spPr>
            <a:xfrm>
              <a:off x="624308" y="2617540"/>
              <a:ext cx="5593929" cy="1255730"/>
            </a:xfrm>
            <a:prstGeom prst="rect">
              <a:avLst/>
            </a:prstGeom>
          </p:spPr>
          <p:txBody>
            <a:bodyPr vert="horz" wrap="square" lIns="169116" tIns="169116" rIns="0" bIns="0" rtlCol="0" anchor="t" anchorCtr="0">
              <a:spAutoFit/>
            </a:bodyPr>
            <a:lstStyle>
              <a:lvl1pPr marL="373331" indent="-373331" algn="l" defTabSz="995548" rtl="0" eaLnBrk="1" latinLnBrk="0" hangingPunct="1">
                <a:spcBef>
                  <a:spcPct val="20000"/>
                </a:spcBef>
                <a:buFont typeface="Arial" pitchFamily="34" charset="0"/>
                <a:buChar char="•"/>
                <a:defRPr lang="en-US" sz="3528" b="0" kern="1200" spc="-110" baseline="0" dirty="0">
                  <a:solidFill>
                    <a:schemeClr val="tx1">
                      <a:alpha val="99000"/>
                    </a:schemeClr>
                  </a:solidFill>
                  <a:latin typeface="Segoe UI Light" pitchFamily="34" charset="0"/>
                  <a:ea typeface="Segoe UI" pitchFamily="34" charset="0"/>
                  <a:cs typeface="Segoe UI" pitchFamily="34" charset="0"/>
                </a:defRPr>
              </a:lvl1pPr>
              <a:lvl2pPr marL="808882" indent="-311109" algn="l" defTabSz="995548" rtl="0" eaLnBrk="1" latinLnBrk="0" hangingPunct="1">
                <a:spcBef>
                  <a:spcPct val="20000"/>
                </a:spcBef>
                <a:buFont typeface="Arial" pitchFamily="34" charset="0"/>
                <a:buChar char="–"/>
                <a:defRPr lang="es-ES" sz="1600" kern="1200" dirty="0" smtClean="0">
                  <a:solidFill>
                    <a:schemeClr val="tx1"/>
                  </a:solidFill>
                  <a:latin typeface="Segoe UI" pitchFamily="34" charset="0"/>
                  <a:ea typeface="Segoe UI" pitchFamily="34" charset="0"/>
                  <a:cs typeface="Segoe UI" pitchFamily="34" charset="0"/>
                </a:defRPr>
              </a:lvl2pPr>
              <a:lvl3pPr marL="1244436" indent="-248887" algn="l" defTabSz="995548" rtl="0" eaLnBrk="1" latinLnBrk="0" hangingPunct="1">
                <a:spcBef>
                  <a:spcPct val="20000"/>
                </a:spcBef>
                <a:buFont typeface="Arial" pitchFamily="34" charset="0"/>
                <a:buChar char="•"/>
                <a:defRPr sz="1600" kern="1200">
                  <a:solidFill>
                    <a:schemeClr val="tx1"/>
                  </a:solidFill>
                  <a:latin typeface="Segoe UI" pitchFamily="34" charset="0"/>
                  <a:ea typeface="Segoe UI" pitchFamily="34" charset="0"/>
                  <a:cs typeface="Segoe UI" pitchFamily="34" charset="0"/>
                </a:defRPr>
              </a:lvl3pPr>
              <a:lvl4pPr marL="1742209" indent="-248887" algn="l" defTabSz="995548" rtl="0" eaLnBrk="1" latinLnBrk="0" hangingPunct="1">
                <a:spcBef>
                  <a:spcPct val="20000"/>
                </a:spcBef>
                <a:buFont typeface="Arial" pitchFamily="34" charset="0"/>
                <a:buChar char="–"/>
                <a:defRPr sz="1600" kern="1200">
                  <a:solidFill>
                    <a:schemeClr val="tx1"/>
                  </a:solidFill>
                  <a:latin typeface="Segoe UI" pitchFamily="34" charset="0"/>
                  <a:ea typeface="Segoe UI" pitchFamily="34" charset="0"/>
                  <a:cs typeface="Segoe UI" pitchFamily="34" charset="0"/>
                </a:defRPr>
              </a:lvl4pPr>
              <a:lvl5pPr marL="2239983" indent="-248887" algn="l" defTabSz="995548" rtl="0" eaLnBrk="1" latinLnBrk="0" hangingPunct="1">
                <a:spcBef>
                  <a:spcPct val="20000"/>
                </a:spcBef>
                <a:buFont typeface="Arial" pitchFamily="34" charset="0"/>
                <a:buChar char="»"/>
                <a:defRPr sz="1600" kern="1200">
                  <a:solidFill>
                    <a:schemeClr val="tx1"/>
                  </a:solidFill>
                  <a:latin typeface="Segoe UI" pitchFamily="34" charset="0"/>
                  <a:ea typeface="Segoe UI" pitchFamily="34" charset="0"/>
                  <a:cs typeface="Segoe UI" pitchFamily="34" charset="0"/>
                </a:defRPr>
              </a:lvl5pPr>
              <a:lvl6pPr marL="2737757" indent="-248887" algn="l" defTabSz="995548" rtl="0" eaLnBrk="1" latinLnBrk="0" hangingPunct="1">
                <a:spcBef>
                  <a:spcPct val="20000"/>
                </a:spcBef>
                <a:buFont typeface="Arial" pitchFamily="34" charset="0"/>
                <a:buChar char="•"/>
                <a:defRPr sz="2199" kern="1200">
                  <a:solidFill>
                    <a:schemeClr val="tx1"/>
                  </a:solidFill>
                  <a:latin typeface="+mn-lt"/>
                  <a:ea typeface="+mn-ea"/>
                  <a:cs typeface="+mn-cs"/>
                </a:defRPr>
              </a:lvl6pPr>
              <a:lvl7pPr marL="3235531" indent="-248887" algn="l" defTabSz="995548" rtl="0" eaLnBrk="1" latinLnBrk="0" hangingPunct="1">
                <a:spcBef>
                  <a:spcPct val="20000"/>
                </a:spcBef>
                <a:buFont typeface="Arial" pitchFamily="34" charset="0"/>
                <a:buChar char="•"/>
                <a:defRPr sz="2199" kern="1200">
                  <a:solidFill>
                    <a:schemeClr val="tx1"/>
                  </a:solidFill>
                  <a:latin typeface="+mn-lt"/>
                  <a:ea typeface="+mn-ea"/>
                  <a:cs typeface="+mn-cs"/>
                </a:defRPr>
              </a:lvl7pPr>
              <a:lvl8pPr marL="3733305" indent="-248887" algn="l" defTabSz="995548" rtl="0" eaLnBrk="1" latinLnBrk="0" hangingPunct="1">
                <a:spcBef>
                  <a:spcPct val="20000"/>
                </a:spcBef>
                <a:buFont typeface="Arial" pitchFamily="34" charset="0"/>
                <a:buChar char="•"/>
                <a:defRPr sz="2199" kern="1200">
                  <a:solidFill>
                    <a:schemeClr val="tx1"/>
                  </a:solidFill>
                  <a:latin typeface="+mn-lt"/>
                  <a:ea typeface="+mn-ea"/>
                  <a:cs typeface="+mn-cs"/>
                </a:defRPr>
              </a:lvl8pPr>
              <a:lvl9pPr marL="4231079" indent="-248887" algn="l" defTabSz="995548" rtl="0" eaLnBrk="1" latinLnBrk="0" hangingPunct="1">
                <a:spcBef>
                  <a:spcPct val="20000"/>
                </a:spcBef>
                <a:buFont typeface="Arial" pitchFamily="34" charset="0"/>
                <a:buChar char="•"/>
                <a:defRPr sz="2199" kern="1200">
                  <a:solidFill>
                    <a:schemeClr val="tx1"/>
                  </a:solidFill>
                  <a:latin typeface="+mn-lt"/>
                  <a:ea typeface="+mn-ea"/>
                  <a:cs typeface="+mn-cs"/>
                </a:defRPr>
              </a:lvl9pPr>
            </a:lstStyle>
            <a:p>
              <a:pPr marL="0" indent="0" defTabSz="1015243">
                <a:buNone/>
                <a:defRPr/>
              </a:pPr>
              <a:r>
                <a:rPr lang="en-US" sz="2589" spc="-112">
                  <a:solidFill>
                    <a:schemeClr val="bg1"/>
                  </a:solidFill>
                </a:rPr>
                <a:t>ENCAMINA</a:t>
              </a:r>
            </a:p>
            <a:p>
              <a:pPr marL="0" lvl="1" indent="0" defTabSz="1015243">
                <a:spcBef>
                  <a:spcPts val="1020"/>
                </a:spcBef>
                <a:buNone/>
                <a:defRPr/>
              </a:pPr>
              <a:r>
                <a:rPr lang="en-US" sz="1661">
                  <a:latin typeface="Segoe UI Light" panose="020B0502040204020203" pitchFamily="34" charset="0"/>
                  <a:cs typeface="Segoe UI Light" panose="020B0502040204020203" pitchFamily="34" charset="0"/>
                </a:rPr>
                <a:t>@saintwukong</a:t>
              </a:r>
              <a:r>
                <a:rPr lang="en-US" sz="1851">
                  <a:latin typeface="Segoe UI Light" panose="020B0502040204020203" pitchFamily="34" charset="0"/>
                  <a:cs typeface="Segoe UI Light" panose="020B0502040204020203" pitchFamily="34" charset="0"/>
                </a:rPr>
                <a:t>	</a:t>
              </a:r>
            </a:p>
            <a:p>
              <a:pPr marL="346338" lvl="1" indent="0" defTabSz="1015243">
                <a:buNone/>
                <a:defRPr/>
              </a:pPr>
              <a:endParaRPr lang="en-US" sz="1480">
                <a:solidFill>
                  <a:schemeClr val="bg1"/>
                </a:solidFill>
                <a:latin typeface="Segoe UI Light" panose="020B0502040204020203" pitchFamily="34" charset="0"/>
                <a:cs typeface="Segoe UI Light" panose="020B0502040204020203" pitchFamily="34" charset="0"/>
              </a:endParaRPr>
            </a:p>
          </p:txBody>
        </p:sp>
        <p:pic>
          <p:nvPicPr>
            <p:cNvPr id="27" name="Picture 2">
              <a:extLst>
                <a:ext uri="{FF2B5EF4-FFF2-40B4-BE49-F238E27FC236}">
                  <a16:creationId xmlns:a16="http://schemas.microsoft.com/office/drawing/2014/main" id="{EAD40890-D677-43C4-87D4-6C9388E360B6}"/>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p:blipFill>
          <p:spPr bwMode="auto">
            <a:xfrm rot="413800">
              <a:off x="4543154" y="1109161"/>
              <a:ext cx="1328873" cy="1328872"/>
            </a:xfrm>
            <a:prstGeom prst="ellipse">
              <a:avLst/>
            </a:prstGeom>
            <a:solidFill>
              <a:srgbClr val="FFFFFF">
                <a:shade val="85000"/>
              </a:srgbClr>
            </a:solidFill>
            <a:ln w="76200" cap="rnd">
              <a:solidFill>
                <a:srgbClr val="FFFFFF"/>
              </a:solidFill>
            </a:ln>
            <a:effectLst>
              <a:outerShdw blurRad="50000" algn="tl" rotWithShape="0">
                <a:srgbClr val="000000">
                  <a:alpha val="41000"/>
                </a:srgbClr>
              </a:outerShdw>
            </a:effectLst>
            <a:scene3d>
              <a:camera prst="orthographicFront"/>
              <a:lightRig rig="twoPt" dir="t">
                <a:rot lat="0" lon="0" rev="7800000"/>
              </a:lightRig>
            </a:scene3d>
            <a:sp3d contourW="6350">
              <a:bevelT w="50800" h="16510"/>
              <a:contourClr>
                <a:srgbClr val="C0C0C0"/>
              </a:contourClr>
            </a:sp3d>
          </p:spPr>
        </p:pic>
      </p:grpSp>
      <p:pic>
        <p:nvPicPr>
          <p:cNvPr id="25" name="Picture 16">
            <a:extLst>
              <a:ext uri="{FF2B5EF4-FFF2-40B4-BE49-F238E27FC236}">
                <a16:creationId xmlns:a16="http://schemas.microsoft.com/office/drawing/2014/main" id="{56E35146-2678-4C9B-BBE8-3123D0FFFA82}"/>
              </a:ext>
            </a:extLst>
          </p:cNvPr>
          <p:cNvPicPr>
            <a:picLocks noChangeAspect="1"/>
          </p:cNvPicPr>
          <p:nvPr/>
        </p:nvPicPr>
        <p:blipFill>
          <a:blip r:embed="rId7"/>
          <a:stretch>
            <a:fillRect/>
          </a:stretch>
        </p:blipFill>
        <p:spPr>
          <a:xfrm>
            <a:off x="820262" y="4912640"/>
            <a:ext cx="2165495" cy="1070717"/>
          </a:xfrm>
          <a:prstGeom prst="rect">
            <a:avLst/>
          </a:prstGeom>
        </p:spPr>
      </p:pic>
      <p:pic>
        <p:nvPicPr>
          <p:cNvPr id="30" name="Imagen 2">
            <a:extLst>
              <a:ext uri="{FF2B5EF4-FFF2-40B4-BE49-F238E27FC236}">
                <a16:creationId xmlns:a16="http://schemas.microsoft.com/office/drawing/2014/main" id="{E356E785-34ED-4906-A061-59DAD8CD7F03}"/>
              </a:ext>
            </a:extLst>
          </p:cNvPr>
          <p:cNvPicPr>
            <a:picLocks noChangeAspect="1"/>
          </p:cNvPicPr>
          <p:nvPr/>
        </p:nvPicPr>
        <p:blipFill>
          <a:blip r:embed="rId8"/>
          <a:stretch>
            <a:fillRect/>
          </a:stretch>
        </p:blipFill>
        <p:spPr>
          <a:xfrm>
            <a:off x="4527256" y="4912640"/>
            <a:ext cx="2247611" cy="906827"/>
          </a:xfrm>
          <a:prstGeom prst="rect">
            <a:avLst/>
          </a:prstGeom>
        </p:spPr>
      </p:pic>
      <p:pic>
        <p:nvPicPr>
          <p:cNvPr id="8" name="Picture 7" descr="A person wearing a garment&#10;&#10;Description automatically generated with medium confidence">
            <a:extLst>
              <a:ext uri="{FF2B5EF4-FFF2-40B4-BE49-F238E27FC236}">
                <a16:creationId xmlns:a16="http://schemas.microsoft.com/office/drawing/2014/main" id="{0713FE7A-2991-803D-E7C3-4E1F22438F99}"/>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4293060" y="392943"/>
            <a:ext cx="2432779" cy="4652496"/>
          </a:xfrm>
          <a:prstGeom prst="rect">
            <a:avLst/>
          </a:prstGeom>
        </p:spPr>
      </p:pic>
      <p:grpSp>
        <p:nvGrpSpPr>
          <p:cNvPr id="9" name="Group 8">
            <a:extLst>
              <a:ext uri="{FF2B5EF4-FFF2-40B4-BE49-F238E27FC236}">
                <a16:creationId xmlns:a16="http://schemas.microsoft.com/office/drawing/2014/main" id="{C57EC6E6-FE32-DCB5-D29E-F019467CCA33}"/>
              </a:ext>
            </a:extLst>
          </p:cNvPr>
          <p:cNvGrpSpPr/>
          <p:nvPr/>
        </p:nvGrpSpPr>
        <p:grpSpPr>
          <a:xfrm>
            <a:off x="4339505" y="2229042"/>
            <a:ext cx="7113187" cy="1758655"/>
            <a:chOff x="6632214" y="1973619"/>
            <a:chExt cx="6032375" cy="3226236"/>
          </a:xfrm>
        </p:grpSpPr>
        <p:sp>
          <p:nvSpPr>
            <p:cNvPr id="11" name="Text Placeholder 4">
              <a:extLst>
                <a:ext uri="{FF2B5EF4-FFF2-40B4-BE49-F238E27FC236}">
                  <a16:creationId xmlns:a16="http://schemas.microsoft.com/office/drawing/2014/main" id="{07B269D5-0111-F7F0-B2E1-3A644DE02CFF}"/>
                </a:ext>
              </a:extLst>
            </p:cNvPr>
            <p:cNvSpPr txBox="1">
              <a:spLocks/>
            </p:cNvSpPr>
            <p:nvPr/>
          </p:nvSpPr>
          <p:spPr>
            <a:xfrm>
              <a:off x="6632214" y="3704345"/>
              <a:ext cx="6032375" cy="1495510"/>
            </a:xfrm>
            <a:prstGeom prst="rect">
              <a:avLst/>
            </a:prstGeom>
          </p:spPr>
          <p:txBody>
            <a:bodyPr vert="horz" lIns="92073" tIns="46037" rIns="92073" bIns="46037" rtlCol="0">
              <a:normAutofit/>
            </a:bodyPr>
            <a:lstStyle>
              <a:lvl1pPr marL="373331" indent="-373331" algn="l" defTabSz="995548" rtl="0" eaLnBrk="1" latinLnBrk="0" hangingPunct="1">
                <a:spcBef>
                  <a:spcPct val="20000"/>
                </a:spcBef>
                <a:buFont typeface="Arial" pitchFamily="34" charset="0"/>
                <a:buChar char="•"/>
                <a:defRPr sz="1600" kern="1200">
                  <a:solidFill>
                    <a:schemeClr val="tx1"/>
                  </a:solidFill>
                  <a:latin typeface="Segoe UI" pitchFamily="34" charset="0"/>
                  <a:ea typeface="Segoe UI" pitchFamily="34" charset="0"/>
                  <a:cs typeface="Segoe UI" pitchFamily="34" charset="0"/>
                </a:defRPr>
              </a:lvl1pPr>
              <a:lvl2pPr marL="808882" indent="-311109" algn="l" defTabSz="995548" rtl="0" eaLnBrk="1" latinLnBrk="0" hangingPunct="1">
                <a:spcBef>
                  <a:spcPct val="20000"/>
                </a:spcBef>
                <a:buFont typeface="Arial" pitchFamily="34" charset="0"/>
                <a:buChar char="–"/>
                <a:defRPr lang="es-ES" sz="1600" kern="1200" dirty="0" smtClean="0">
                  <a:solidFill>
                    <a:schemeClr val="tx1"/>
                  </a:solidFill>
                  <a:latin typeface="Segoe UI" pitchFamily="34" charset="0"/>
                  <a:ea typeface="Segoe UI" pitchFamily="34" charset="0"/>
                  <a:cs typeface="Segoe UI" pitchFamily="34" charset="0"/>
                </a:defRPr>
              </a:lvl2pPr>
              <a:lvl3pPr marL="1244436" indent="-248887" algn="l" defTabSz="995548" rtl="0" eaLnBrk="1" latinLnBrk="0" hangingPunct="1">
                <a:spcBef>
                  <a:spcPct val="20000"/>
                </a:spcBef>
                <a:buFont typeface="Arial" pitchFamily="34" charset="0"/>
                <a:buChar char="•"/>
                <a:defRPr sz="1600" kern="1200">
                  <a:solidFill>
                    <a:schemeClr val="tx1"/>
                  </a:solidFill>
                  <a:latin typeface="Segoe UI" pitchFamily="34" charset="0"/>
                  <a:ea typeface="Segoe UI" pitchFamily="34" charset="0"/>
                  <a:cs typeface="Segoe UI" pitchFamily="34" charset="0"/>
                </a:defRPr>
              </a:lvl3pPr>
              <a:lvl4pPr marL="1742209" indent="-248887" algn="l" defTabSz="995548" rtl="0" eaLnBrk="1" latinLnBrk="0" hangingPunct="1">
                <a:spcBef>
                  <a:spcPct val="20000"/>
                </a:spcBef>
                <a:buFont typeface="Arial" pitchFamily="34" charset="0"/>
                <a:buChar char="–"/>
                <a:defRPr sz="1600" kern="1200">
                  <a:solidFill>
                    <a:schemeClr val="tx1"/>
                  </a:solidFill>
                  <a:latin typeface="Segoe UI" pitchFamily="34" charset="0"/>
                  <a:ea typeface="Segoe UI" pitchFamily="34" charset="0"/>
                  <a:cs typeface="Segoe UI" pitchFamily="34" charset="0"/>
                </a:defRPr>
              </a:lvl4pPr>
              <a:lvl5pPr marL="2239983" indent="-248887" algn="l" defTabSz="995548" rtl="0" eaLnBrk="1" latinLnBrk="0" hangingPunct="1">
                <a:spcBef>
                  <a:spcPct val="20000"/>
                </a:spcBef>
                <a:buFont typeface="Arial" pitchFamily="34" charset="0"/>
                <a:buChar char="»"/>
                <a:defRPr sz="1600" kern="1200">
                  <a:solidFill>
                    <a:schemeClr val="tx1"/>
                  </a:solidFill>
                  <a:latin typeface="Segoe UI" pitchFamily="34" charset="0"/>
                  <a:ea typeface="Segoe UI" pitchFamily="34" charset="0"/>
                  <a:cs typeface="Segoe UI" pitchFamily="34" charset="0"/>
                </a:defRPr>
              </a:lvl5pPr>
              <a:lvl6pPr marL="2737757" indent="-248887" algn="l" defTabSz="995548" rtl="0" eaLnBrk="1" latinLnBrk="0" hangingPunct="1">
                <a:spcBef>
                  <a:spcPct val="20000"/>
                </a:spcBef>
                <a:buFont typeface="Arial" pitchFamily="34" charset="0"/>
                <a:buChar char="•"/>
                <a:defRPr sz="2199" kern="1200">
                  <a:solidFill>
                    <a:schemeClr val="tx1"/>
                  </a:solidFill>
                  <a:latin typeface="+mn-lt"/>
                  <a:ea typeface="+mn-ea"/>
                  <a:cs typeface="+mn-cs"/>
                </a:defRPr>
              </a:lvl6pPr>
              <a:lvl7pPr marL="3235531" indent="-248887" algn="l" defTabSz="995548" rtl="0" eaLnBrk="1" latinLnBrk="0" hangingPunct="1">
                <a:spcBef>
                  <a:spcPct val="20000"/>
                </a:spcBef>
                <a:buFont typeface="Arial" pitchFamily="34" charset="0"/>
                <a:buChar char="•"/>
                <a:defRPr sz="2199" kern="1200">
                  <a:solidFill>
                    <a:schemeClr val="tx1"/>
                  </a:solidFill>
                  <a:latin typeface="+mn-lt"/>
                  <a:ea typeface="+mn-ea"/>
                  <a:cs typeface="+mn-cs"/>
                </a:defRPr>
              </a:lvl7pPr>
              <a:lvl8pPr marL="3733305" indent="-248887" algn="l" defTabSz="995548" rtl="0" eaLnBrk="1" latinLnBrk="0" hangingPunct="1">
                <a:spcBef>
                  <a:spcPct val="20000"/>
                </a:spcBef>
                <a:buFont typeface="Arial" pitchFamily="34" charset="0"/>
                <a:buChar char="•"/>
                <a:defRPr sz="2199" kern="1200">
                  <a:solidFill>
                    <a:schemeClr val="tx1"/>
                  </a:solidFill>
                  <a:latin typeface="+mn-lt"/>
                  <a:ea typeface="+mn-ea"/>
                  <a:cs typeface="+mn-cs"/>
                </a:defRPr>
              </a:lvl8pPr>
              <a:lvl9pPr marL="4231079" indent="-248887" algn="l" defTabSz="995548" rtl="0" eaLnBrk="1" latinLnBrk="0" hangingPunct="1">
                <a:spcBef>
                  <a:spcPct val="20000"/>
                </a:spcBef>
                <a:buFont typeface="Arial" pitchFamily="34" charset="0"/>
                <a:buChar char="•"/>
                <a:defRPr sz="2199" kern="1200">
                  <a:solidFill>
                    <a:schemeClr val="tx1"/>
                  </a:solidFill>
                  <a:latin typeface="+mn-lt"/>
                  <a:ea typeface="+mn-ea"/>
                  <a:cs typeface="+mn-cs"/>
                </a:defRPr>
              </a:lvl9pPr>
            </a:lstStyle>
            <a:p>
              <a:pPr marL="0" indent="0" defTabSz="1015243">
                <a:buNone/>
                <a:defRPr/>
              </a:pPr>
              <a:r>
                <a:rPr lang="en-US" sz="3600" b="1" spc="-101">
                  <a:latin typeface="Segoe UI Light" pitchFamily="34" charset="0"/>
                </a:rPr>
                <a:t>ENCAMINA</a:t>
              </a:r>
              <a:endParaRPr lang="en-US" b="1">
                <a:latin typeface="Segoe UI Light" panose="020B0502040204020203" pitchFamily="34" charset="0"/>
                <a:cs typeface="Segoe UI Light" panose="020B0502040204020203" pitchFamily="34" charset="0"/>
              </a:endParaRPr>
            </a:p>
          </p:txBody>
        </p:sp>
        <p:sp>
          <p:nvSpPr>
            <p:cNvPr id="10" name="Subtitle 1">
              <a:extLst>
                <a:ext uri="{FF2B5EF4-FFF2-40B4-BE49-F238E27FC236}">
                  <a16:creationId xmlns:a16="http://schemas.microsoft.com/office/drawing/2014/main" id="{1B5A13FD-0865-2618-B5DC-8C71B3EA1CB3}"/>
                </a:ext>
              </a:extLst>
            </p:cNvPr>
            <p:cNvSpPr txBox="1">
              <a:spLocks/>
            </p:cNvSpPr>
            <p:nvPr/>
          </p:nvSpPr>
          <p:spPr>
            <a:xfrm>
              <a:off x="6632214" y="1973619"/>
              <a:ext cx="5728947" cy="672447"/>
            </a:xfrm>
            <a:prstGeom prst="rect">
              <a:avLst/>
            </a:prstGeom>
          </p:spPr>
          <p:txBody>
            <a:bodyPr vert="horz" lIns="92073" tIns="46037" rIns="92073" bIns="46037" rtlCol="0">
              <a:noAutofit/>
            </a:bodyPr>
            <a:lstStyle>
              <a:lvl1pPr marL="373331" indent="-373331" algn="l" defTabSz="995548" rtl="0" eaLnBrk="1" latinLnBrk="0" hangingPunct="1">
                <a:spcBef>
                  <a:spcPct val="20000"/>
                </a:spcBef>
                <a:buFont typeface="Arial" pitchFamily="34" charset="0"/>
                <a:buChar char="•"/>
                <a:defRPr sz="1600" kern="1200">
                  <a:solidFill>
                    <a:schemeClr val="tx1"/>
                  </a:solidFill>
                  <a:latin typeface="Segoe UI" pitchFamily="34" charset="0"/>
                  <a:ea typeface="Segoe UI" pitchFamily="34" charset="0"/>
                  <a:cs typeface="Segoe UI" pitchFamily="34" charset="0"/>
                </a:defRPr>
              </a:lvl1pPr>
              <a:lvl2pPr marL="808882" indent="-311109" algn="l" defTabSz="995548" rtl="0" eaLnBrk="1" latinLnBrk="0" hangingPunct="1">
                <a:spcBef>
                  <a:spcPct val="20000"/>
                </a:spcBef>
                <a:buFont typeface="Arial" pitchFamily="34" charset="0"/>
                <a:buChar char="–"/>
                <a:defRPr lang="es-ES" sz="1600" kern="1200" dirty="0" smtClean="0">
                  <a:solidFill>
                    <a:schemeClr val="tx1"/>
                  </a:solidFill>
                  <a:latin typeface="Segoe UI" pitchFamily="34" charset="0"/>
                  <a:ea typeface="Segoe UI" pitchFamily="34" charset="0"/>
                  <a:cs typeface="Segoe UI" pitchFamily="34" charset="0"/>
                </a:defRPr>
              </a:lvl2pPr>
              <a:lvl3pPr marL="1244436" indent="-248887" algn="l" defTabSz="995548" rtl="0" eaLnBrk="1" latinLnBrk="0" hangingPunct="1">
                <a:spcBef>
                  <a:spcPct val="20000"/>
                </a:spcBef>
                <a:buFont typeface="Arial" pitchFamily="34" charset="0"/>
                <a:buChar char="•"/>
                <a:defRPr sz="1600" kern="1200">
                  <a:solidFill>
                    <a:schemeClr val="tx1"/>
                  </a:solidFill>
                  <a:latin typeface="Segoe UI" pitchFamily="34" charset="0"/>
                  <a:ea typeface="Segoe UI" pitchFamily="34" charset="0"/>
                  <a:cs typeface="Segoe UI" pitchFamily="34" charset="0"/>
                </a:defRPr>
              </a:lvl3pPr>
              <a:lvl4pPr marL="1742209" indent="-248887" algn="l" defTabSz="995548" rtl="0" eaLnBrk="1" latinLnBrk="0" hangingPunct="1">
                <a:spcBef>
                  <a:spcPct val="20000"/>
                </a:spcBef>
                <a:buFont typeface="Arial" pitchFamily="34" charset="0"/>
                <a:buChar char="–"/>
                <a:defRPr sz="1600" kern="1200">
                  <a:solidFill>
                    <a:schemeClr val="tx1"/>
                  </a:solidFill>
                  <a:latin typeface="Segoe UI" pitchFamily="34" charset="0"/>
                  <a:ea typeface="Segoe UI" pitchFamily="34" charset="0"/>
                  <a:cs typeface="Segoe UI" pitchFamily="34" charset="0"/>
                </a:defRPr>
              </a:lvl4pPr>
              <a:lvl5pPr marL="2239983" indent="-248887" algn="l" defTabSz="995548" rtl="0" eaLnBrk="1" latinLnBrk="0" hangingPunct="1">
                <a:spcBef>
                  <a:spcPct val="20000"/>
                </a:spcBef>
                <a:buFont typeface="Arial" pitchFamily="34" charset="0"/>
                <a:buChar char="»"/>
                <a:defRPr sz="1600" kern="1200">
                  <a:solidFill>
                    <a:schemeClr val="tx1"/>
                  </a:solidFill>
                  <a:latin typeface="Segoe UI" pitchFamily="34" charset="0"/>
                  <a:ea typeface="Segoe UI" pitchFamily="34" charset="0"/>
                  <a:cs typeface="Segoe UI" pitchFamily="34" charset="0"/>
                </a:defRPr>
              </a:lvl5pPr>
              <a:lvl6pPr marL="2737757" indent="-248887" algn="l" defTabSz="995548" rtl="0" eaLnBrk="1" latinLnBrk="0" hangingPunct="1">
                <a:spcBef>
                  <a:spcPct val="20000"/>
                </a:spcBef>
                <a:buFont typeface="Arial" pitchFamily="34" charset="0"/>
                <a:buChar char="•"/>
                <a:defRPr sz="2199" kern="1200">
                  <a:solidFill>
                    <a:schemeClr val="tx1"/>
                  </a:solidFill>
                  <a:latin typeface="+mn-lt"/>
                  <a:ea typeface="+mn-ea"/>
                  <a:cs typeface="+mn-cs"/>
                </a:defRPr>
              </a:lvl6pPr>
              <a:lvl7pPr marL="3235531" indent="-248887" algn="l" defTabSz="995548" rtl="0" eaLnBrk="1" latinLnBrk="0" hangingPunct="1">
                <a:spcBef>
                  <a:spcPct val="20000"/>
                </a:spcBef>
                <a:buFont typeface="Arial" pitchFamily="34" charset="0"/>
                <a:buChar char="•"/>
                <a:defRPr sz="2199" kern="1200">
                  <a:solidFill>
                    <a:schemeClr val="tx1"/>
                  </a:solidFill>
                  <a:latin typeface="+mn-lt"/>
                  <a:ea typeface="+mn-ea"/>
                  <a:cs typeface="+mn-cs"/>
                </a:defRPr>
              </a:lvl7pPr>
              <a:lvl8pPr marL="3733305" indent="-248887" algn="l" defTabSz="995548" rtl="0" eaLnBrk="1" latinLnBrk="0" hangingPunct="1">
                <a:spcBef>
                  <a:spcPct val="20000"/>
                </a:spcBef>
                <a:buFont typeface="Arial" pitchFamily="34" charset="0"/>
                <a:buChar char="•"/>
                <a:defRPr sz="2199" kern="1200">
                  <a:solidFill>
                    <a:schemeClr val="tx1"/>
                  </a:solidFill>
                  <a:latin typeface="+mn-lt"/>
                  <a:ea typeface="+mn-ea"/>
                  <a:cs typeface="+mn-cs"/>
                </a:defRPr>
              </a:lvl8pPr>
              <a:lvl9pPr marL="4231079" indent="-248887" algn="l" defTabSz="995548" rtl="0" eaLnBrk="1" latinLnBrk="0" hangingPunct="1">
                <a:spcBef>
                  <a:spcPct val="20000"/>
                </a:spcBef>
                <a:buFont typeface="Arial" pitchFamily="34" charset="0"/>
                <a:buChar char="•"/>
                <a:defRPr sz="2199" kern="1200">
                  <a:solidFill>
                    <a:schemeClr val="tx1"/>
                  </a:solidFill>
                  <a:latin typeface="+mn-lt"/>
                  <a:ea typeface="+mn-ea"/>
                  <a:cs typeface="+mn-cs"/>
                </a:defRPr>
              </a:lvl9pPr>
            </a:lstStyle>
            <a:p>
              <a:pPr marL="0" indent="0" defTabSz="1015243">
                <a:buNone/>
                <a:defRPr/>
              </a:pPr>
              <a:r>
                <a:rPr lang="es-ES" sz="5999" b="1" spc="-101">
                  <a:solidFill>
                    <a:srgbClr val="FFC000">
                      <a:alpha val="99000"/>
                    </a:srgbClr>
                  </a:solidFill>
                  <a:latin typeface="Segoe UI Light" pitchFamily="34" charset="0"/>
                </a:rPr>
                <a:t>S</a:t>
              </a:r>
              <a:r>
                <a:rPr lang="en-US" sz="5999" b="1" spc="-101" err="1">
                  <a:solidFill>
                    <a:srgbClr val="FFC000">
                      <a:alpha val="99000"/>
                    </a:srgbClr>
                  </a:solidFill>
                  <a:latin typeface="Segoe UI Light" pitchFamily="34" charset="0"/>
                </a:rPr>
                <a:t>antiago</a:t>
              </a:r>
              <a:r>
                <a:rPr lang="en-US" sz="5999" b="1" spc="-101">
                  <a:solidFill>
                    <a:srgbClr val="FFC000">
                      <a:alpha val="99000"/>
                    </a:srgbClr>
                  </a:solidFill>
                  <a:latin typeface="Segoe UI Light" pitchFamily="34" charset="0"/>
                </a:rPr>
                <a:t> Parra</a:t>
              </a:r>
            </a:p>
          </p:txBody>
        </p:sp>
      </p:grpSp>
      <p:sp>
        <p:nvSpPr>
          <p:cNvPr id="2" name="Google Shape;161;p16">
            <a:extLst>
              <a:ext uri="{FF2B5EF4-FFF2-40B4-BE49-F238E27FC236}">
                <a16:creationId xmlns:a16="http://schemas.microsoft.com/office/drawing/2014/main" id="{8FA87CE8-6BA7-DFF9-3D71-D522DEF9753F}"/>
              </a:ext>
            </a:extLst>
          </p:cNvPr>
          <p:cNvSpPr txBox="1">
            <a:spLocks/>
          </p:cNvSpPr>
          <p:nvPr/>
        </p:nvSpPr>
        <p:spPr>
          <a:xfrm>
            <a:off x="1271817" y="-57377"/>
            <a:ext cx="6135377" cy="1203412"/>
          </a:xfrm>
          <a:prstGeom prst="rect">
            <a:avLst/>
          </a:prstGeom>
        </p:spPr>
        <p:txBody>
          <a:bodyPr spcFirstLastPara="1" wrap="square" lIns="0" tIns="0" rIns="0" bIns="0"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s-ES" sz="8000" err="1">
                <a:solidFill>
                  <a:schemeClr val="accent5"/>
                </a:solidFill>
              </a:rPr>
              <a:t>Hello</a:t>
            </a:r>
            <a:r>
              <a:rPr lang="es-ES" sz="8000">
                <a:solidFill>
                  <a:schemeClr val="accent5"/>
                </a:solidFill>
              </a:rPr>
              <a:t>!</a:t>
            </a:r>
          </a:p>
        </p:txBody>
      </p:sp>
    </p:spTree>
    <p:extLst>
      <p:ext uri="{BB962C8B-B14F-4D97-AF65-F5344CB8AC3E}">
        <p14:creationId xmlns:p14="http://schemas.microsoft.com/office/powerpoint/2010/main" val="1000277155"/>
      </p:ext>
    </p:extLst>
  </p:cSld>
  <p:clrMapOvr>
    <a:masterClrMapping/>
  </p:clrMapOvr>
  <p:transition>
    <p:fade thruBlk="1"/>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0" presetClass="path" presetSubtype="0" accel="50000" decel="50000" fill="hold" nodeType="clickEffect">
                                  <p:stCondLst>
                                    <p:cond delay="0"/>
                                  </p:stCondLst>
                                  <p:childTnLst>
                                    <p:animMotion origin="layout" path="M 5E-6 -0.00116 L 5E-6 -0.00093 C -0.01237 0.00046 -0.02473 0.00069 -0.03697 0.0037 C -0.05925 0.00926 -0.06484 0.01736 -0.08567 0.02662 C -0.09322 0.02986 -0.10118 0.03078 -0.1086 0.03449 C -0.11615 0.03819 -0.12318 0.04421 -0.13047 0.04838 C -0.14454 0.05671 -0.15743 0.06041 -0.1724 0.06435 C -0.18698 0.06828 -0.17982 0.06713 -0.19375 0.06828 C -0.19688 0.06944 -0.2 0.0706 -0.20326 0.07129 C -0.20756 0.07222 -0.21185 0.07222 -0.21615 0.07338 C -0.23998 0.08032 -0.20599 0.07546 -0.23347 0.07824 L -0.24128 0.08241 C -0.24271 0.0831 -0.24428 0.08403 -0.24571 0.08426 C -0.24961 0.08495 -0.25365 0.08495 -0.25756 0.08541 C -0.26211 0.08796 -0.25964 0.08727 -0.26472 0.08727 " pathEditMode="relative" rAng="0" ptsTypes="AAAAAAAAAAAAAAA">
                                      <p:cBhvr>
                                        <p:cTn id="6" dur="2000" fill="hold"/>
                                        <p:tgtEl>
                                          <p:spTgt spid="4"/>
                                        </p:tgtEl>
                                        <p:attrNameLst>
                                          <p:attrName>ppt_x</p:attrName>
                                          <p:attrName>ppt_y</p:attrName>
                                        </p:attrNameLst>
                                      </p:cBhvr>
                                      <p:rCtr x="-13242" y="4421"/>
                                    </p:animMotion>
                                  </p:childTnLst>
                                </p:cTn>
                              </p:par>
                              <p:par>
                                <p:cTn id="7" presetID="0" presetClass="path" presetSubtype="0" accel="50000" decel="50000" fill="hold" nodeType="withEffect">
                                  <p:stCondLst>
                                    <p:cond delay="0"/>
                                  </p:stCondLst>
                                  <p:childTnLst>
                                    <p:animMotion origin="layout" path="M -0.00118 -0.00208 L -0.00118 -0.00185 C 0.01653 0.00718 -0.00287 -0.00231 0.03958 0.00672 C 0.0496 0.0088 0.0595 0.01135 0.06927 0.01459 C 0.0802 0.01829 0.09088 0.02338 0.10182 0.02755 C 0.10664 0.0294 0.11145 0.03079 0.11627 0.03264 C 0.11966 0.0338 0.12304 0.03519 0.12643 0.03658 C 0.12786 0.03727 0.12942 0.03797 0.13085 0.03866 C 0.13333 0.03935 0.13567 0.03982 0.13815 0.04051 C 0.14036 0.0419 0.14257 0.04375 0.14492 0.04445 C 0.15833 0.04954 0.14687 0.04306 0.15442 0.04653 C 0.16002 0.04908 0.16549 0.05232 0.17122 0.0544 C 0.18125 0.05834 0.17643 0.05672 0.1858 0.05949 L 0.19023 0.0625 C 0.19127 0.0632 0.19257 0.06343 0.19362 0.06435 C 0.19466 0.06551 0.19531 0.06736 0.19635 0.06829 C 0.19739 0.06945 0.19869 0.06968 0.19973 0.07037 C 0.20234 0.07199 0.20403 0.07385 0.20703 0.07431 C 0.21302 0.07523 0.21901 0.075 0.225 0.07523 C 0.22591 0.07639 0.22669 0.07755 0.22773 0.07824 C 0.22838 0.07894 0.22929 0.07894 0.22994 0.0794 C 0.23059 0.07963 0.23112 0.0801 0.23164 0.08033 C 0.23593 0.08172 0.23684 0.08125 0.24179 0.08125 " pathEditMode="relative" rAng="0" ptsTypes="AAAAAAAAAAAAAAAAAAAAAAA">
                                      <p:cBhvr>
                                        <p:cTn id="8" dur="2000" fill="hold"/>
                                        <p:tgtEl>
                                          <p:spTgt spid="3"/>
                                        </p:tgtEl>
                                        <p:attrNameLst>
                                          <p:attrName>ppt_x</p:attrName>
                                          <p:attrName>ppt_y</p:attrName>
                                        </p:attrNameLst>
                                      </p:cBhvr>
                                      <p:rCtr x="12148" y="4167"/>
                                    </p:animMotion>
                                  </p:childTnLst>
                                </p:cTn>
                              </p:par>
                            </p:childTnLst>
                          </p:cTn>
                        </p:par>
                        <p:par>
                          <p:cTn id="9" fill="hold">
                            <p:stCondLst>
                              <p:cond delay="2000"/>
                            </p:stCondLst>
                            <p:childTnLst>
                              <p:par>
                                <p:cTn id="10" presetID="26" presetClass="emph" presetSubtype="0" fill="hold" nodeType="afterEffect">
                                  <p:stCondLst>
                                    <p:cond delay="0"/>
                                  </p:stCondLst>
                                  <p:childTnLst>
                                    <p:animEffect transition="out" filter="fade">
                                      <p:cBhvr>
                                        <p:cTn id="11" dur="500" tmFilter="0, 0; .2, .5; .8, .5; 1, 0"/>
                                        <p:tgtEl>
                                          <p:spTgt spid="3"/>
                                        </p:tgtEl>
                                      </p:cBhvr>
                                    </p:animEffect>
                                    <p:animScale>
                                      <p:cBhvr>
                                        <p:cTn id="12" dur="250" autoRev="1" fill="hold"/>
                                        <p:tgtEl>
                                          <p:spTgt spid="3"/>
                                        </p:tgtEl>
                                      </p:cBhvr>
                                      <p:by x="105000" y="105000"/>
                                    </p:animScale>
                                  </p:childTnLst>
                                </p:cTn>
                              </p:par>
                              <p:par>
                                <p:cTn id="13" presetID="26" presetClass="emph" presetSubtype="0" fill="hold" nodeType="withEffect">
                                  <p:stCondLst>
                                    <p:cond delay="0"/>
                                  </p:stCondLst>
                                  <p:childTnLst>
                                    <p:animEffect transition="out" filter="fade">
                                      <p:cBhvr>
                                        <p:cTn id="14" dur="500" tmFilter="0, 0; .2, .5; .8, .5; 1, 0"/>
                                        <p:tgtEl>
                                          <p:spTgt spid="4"/>
                                        </p:tgtEl>
                                      </p:cBhvr>
                                    </p:animEffect>
                                    <p:animScale>
                                      <p:cBhvr>
                                        <p:cTn id="15" dur="250" autoRev="1" fill="hold"/>
                                        <p:tgtEl>
                                          <p:spTgt spid="4"/>
                                        </p:tgtEl>
                                      </p:cBhvr>
                                      <p:by x="105000" y="105000"/>
                                    </p:animScale>
                                  </p:childTnLst>
                                </p:cTn>
                              </p:par>
                            </p:childTnLst>
                          </p:cTn>
                        </p:par>
                        <p:par>
                          <p:cTn id="16" fill="hold">
                            <p:stCondLst>
                              <p:cond delay="2500"/>
                            </p:stCondLst>
                            <p:childTnLst>
                              <p:par>
                                <p:cTn id="17" presetID="32" presetClass="emph" presetSubtype="0" fill="hold" nodeType="afterEffect">
                                  <p:stCondLst>
                                    <p:cond delay="0"/>
                                  </p:stCondLst>
                                  <p:childTnLst>
                                    <p:animRot by="120000">
                                      <p:cBhvr>
                                        <p:cTn id="18" dur="100" fill="hold">
                                          <p:stCondLst>
                                            <p:cond delay="0"/>
                                          </p:stCondLst>
                                        </p:cTn>
                                        <p:tgtEl>
                                          <p:spTgt spid="3"/>
                                        </p:tgtEl>
                                        <p:attrNameLst>
                                          <p:attrName>r</p:attrName>
                                        </p:attrNameLst>
                                      </p:cBhvr>
                                    </p:animRot>
                                    <p:animRot by="-240000">
                                      <p:cBhvr>
                                        <p:cTn id="19" dur="200" fill="hold">
                                          <p:stCondLst>
                                            <p:cond delay="200"/>
                                          </p:stCondLst>
                                        </p:cTn>
                                        <p:tgtEl>
                                          <p:spTgt spid="3"/>
                                        </p:tgtEl>
                                        <p:attrNameLst>
                                          <p:attrName>r</p:attrName>
                                        </p:attrNameLst>
                                      </p:cBhvr>
                                    </p:animRot>
                                    <p:animRot by="240000">
                                      <p:cBhvr>
                                        <p:cTn id="20" dur="200" fill="hold">
                                          <p:stCondLst>
                                            <p:cond delay="400"/>
                                          </p:stCondLst>
                                        </p:cTn>
                                        <p:tgtEl>
                                          <p:spTgt spid="3"/>
                                        </p:tgtEl>
                                        <p:attrNameLst>
                                          <p:attrName>r</p:attrName>
                                        </p:attrNameLst>
                                      </p:cBhvr>
                                    </p:animRot>
                                    <p:animRot by="-240000">
                                      <p:cBhvr>
                                        <p:cTn id="21" dur="200" fill="hold">
                                          <p:stCondLst>
                                            <p:cond delay="600"/>
                                          </p:stCondLst>
                                        </p:cTn>
                                        <p:tgtEl>
                                          <p:spTgt spid="3"/>
                                        </p:tgtEl>
                                        <p:attrNameLst>
                                          <p:attrName>r</p:attrName>
                                        </p:attrNameLst>
                                      </p:cBhvr>
                                    </p:animRot>
                                    <p:animRot by="120000">
                                      <p:cBhvr>
                                        <p:cTn id="22" dur="200" fill="hold">
                                          <p:stCondLst>
                                            <p:cond delay="800"/>
                                          </p:stCondLst>
                                        </p:cTn>
                                        <p:tgtEl>
                                          <p:spTgt spid="3"/>
                                        </p:tgtEl>
                                        <p:attrNameLst>
                                          <p:attrName>r</p:attrName>
                                        </p:attrNameLst>
                                      </p:cBhvr>
                                    </p:animRot>
                                  </p:childTnLst>
                                </p:cTn>
                              </p:par>
                              <p:par>
                                <p:cTn id="23" presetID="32" presetClass="emph" presetSubtype="0" fill="hold" nodeType="withEffect">
                                  <p:stCondLst>
                                    <p:cond delay="0"/>
                                  </p:stCondLst>
                                  <p:childTnLst>
                                    <p:animRot by="120000">
                                      <p:cBhvr>
                                        <p:cTn id="24" dur="100" fill="hold">
                                          <p:stCondLst>
                                            <p:cond delay="0"/>
                                          </p:stCondLst>
                                        </p:cTn>
                                        <p:tgtEl>
                                          <p:spTgt spid="4"/>
                                        </p:tgtEl>
                                        <p:attrNameLst>
                                          <p:attrName>r</p:attrName>
                                        </p:attrNameLst>
                                      </p:cBhvr>
                                    </p:animRot>
                                    <p:animRot by="-240000">
                                      <p:cBhvr>
                                        <p:cTn id="25" dur="200" fill="hold">
                                          <p:stCondLst>
                                            <p:cond delay="200"/>
                                          </p:stCondLst>
                                        </p:cTn>
                                        <p:tgtEl>
                                          <p:spTgt spid="4"/>
                                        </p:tgtEl>
                                        <p:attrNameLst>
                                          <p:attrName>r</p:attrName>
                                        </p:attrNameLst>
                                      </p:cBhvr>
                                    </p:animRot>
                                    <p:animRot by="240000">
                                      <p:cBhvr>
                                        <p:cTn id="26" dur="200" fill="hold">
                                          <p:stCondLst>
                                            <p:cond delay="400"/>
                                          </p:stCondLst>
                                        </p:cTn>
                                        <p:tgtEl>
                                          <p:spTgt spid="4"/>
                                        </p:tgtEl>
                                        <p:attrNameLst>
                                          <p:attrName>r</p:attrName>
                                        </p:attrNameLst>
                                      </p:cBhvr>
                                    </p:animRot>
                                    <p:animRot by="-240000">
                                      <p:cBhvr>
                                        <p:cTn id="27" dur="200" fill="hold">
                                          <p:stCondLst>
                                            <p:cond delay="600"/>
                                          </p:stCondLst>
                                        </p:cTn>
                                        <p:tgtEl>
                                          <p:spTgt spid="4"/>
                                        </p:tgtEl>
                                        <p:attrNameLst>
                                          <p:attrName>r</p:attrName>
                                        </p:attrNameLst>
                                      </p:cBhvr>
                                    </p:animRot>
                                    <p:animRot by="120000">
                                      <p:cBhvr>
                                        <p:cTn id="28" dur="200" fill="hold">
                                          <p:stCondLst>
                                            <p:cond delay="800"/>
                                          </p:stCondLst>
                                        </p:cTn>
                                        <p:tgtEl>
                                          <p:spTgt spid="4"/>
                                        </p:tgtEl>
                                        <p:attrNameLst>
                                          <p:attrName>r</p:attrName>
                                        </p:attrNameLst>
                                      </p:cBhvr>
                                    </p:animRot>
                                  </p:childTnLst>
                                </p:cTn>
                              </p:par>
                            </p:childTnLst>
                          </p:cTn>
                        </p:par>
                        <p:par>
                          <p:cTn id="29" fill="hold">
                            <p:stCondLst>
                              <p:cond delay="3500"/>
                            </p:stCondLst>
                            <p:childTnLst>
                              <p:par>
                                <p:cTn id="30" presetID="32" presetClass="emph" presetSubtype="0" fill="hold" nodeType="afterEffect">
                                  <p:stCondLst>
                                    <p:cond delay="0"/>
                                  </p:stCondLst>
                                  <p:childTnLst>
                                    <p:animRot by="120000">
                                      <p:cBhvr>
                                        <p:cTn id="31" dur="100" fill="hold">
                                          <p:stCondLst>
                                            <p:cond delay="0"/>
                                          </p:stCondLst>
                                        </p:cTn>
                                        <p:tgtEl>
                                          <p:spTgt spid="3"/>
                                        </p:tgtEl>
                                        <p:attrNameLst>
                                          <p:attrName>r</p:attrName>
                                        </p:attrNameLst>
                                      </p:cBhvr>
                                    </p:animRot>
                                    <p:animRot by="-240000">
                                      <p:cBhvr>
                                        <p:cTn id="32" dur="200" fill="hold">
                                          <p:stCondLst>
                                            <p:cond delay="200"/>
                                          </p:stCondLst>
                                        </p:cTn>
                                        <p:tgtEl>
                                          <p:spTgt spid="3"/>
                                        </p:tgtEl>
                                        <p:attrNameLst>
                                          <p:attrName>r</p:attrName>
                                        </p:attrNameLst>
                                      </p:cBhvr>
                                    </p:animRot>
                                    <p:animRot by="240000">
                                      <p:cBhvr>
                                        <p:cTn id="33" dur="200" fill="hold">
                                          <p:stCondLst>
                                            <p:cond delay="400"/>
                                          </p:stCondLst>
                                        </p:cTn>
                                        <p:tgtEl>
                                          <p:spTgt spid="3"/>
                                        </p:tgtEl>
                                        <p:attrNameLst>
                                          <p:attrName>r</p:attrName>
                                        </p:attrNameLst>
                                      </p:cBhvr>
                                    </p:animRot>
                                    <p:animRot by="-240000">
                                      <p:cBhvr>
                                        <p:cTn id="34" dur="200" fill="hold">
                                          <p:stCondLst>
                                            <p:cond delay="600"/>
                                          </p:stCondLst>
                                        </p:cTn>
                                        <p:tgtEl>
                                          <p:spTgt spid="3"/>
                                        </p:tgtEl>
                                        <p:attrNameLst>
                                          <p:attrName>r</p:attrName>
                                        </p:attrNameLst>
                                      </p:cBhvr>
                                    </p:animRot>
                                    <p:animRot by="120000">
                                      <p:cBhvr>
                                        <p:cTn id="35" dur="200" fill="hold">
                                          <p:stCondLst>
                                            <p:cond delay="800"/>
                                          </p:stCondLst>
                                        </p:cTn>
                                        <p:tgtEl>
                                          <p:spTgt spid="3"/>
                                        </p:tgtEl>
                                        <p:attrNameLst>
                                          <p:attrName>r</p:attrName>
                                        </p:attrNameLst>
                                      </p:cBhvr>
                                    </p:animRot>
                                  </p:childTnLst>
                                </p:cTn>
                              </p:par>
                              <p:par>
                                <p:cTn id="36" presetID="32" presetClass="emph" presetSubtype="0" fill="hold" nodeType="withEffect">
                                  <p:stCondLst>
                                    <p:cond delay="0"/>
                                  </p:stCondLst>
                                  <p:childTnLst>
                                    <p:animRot by="120000">
                                      <p:cBhvr>
                                        <p:cTn id="37" dur="100" fill="hold">
                                          <p:stCondLst>
                                            <p:cond delay="0"/>
                                          </p:stCondLst>
                                        </p:cTn>
                                        <p:tgtEl>
                                          <p:spTgt spid="4"/>
                                        </p:tgtEl>
                                        <p:attrNameLst>
                                          <p:attrName>r</p:attrName>
                                        </p:attrNameLst>
                                      </p:cBhvr>
                                    </p:animRot>
                                    <p:animRot by="-240000">
                                      <p:cBhvr>
                                        <p:cTn id="38" dur="200" fill="hold">
                                          <p:stCondLst>
                                            <p:cond delay="200"/>
                                          </p:stCondLst>
                                        </p:cTn>
                                        <p:tgtEl>
                                          <p:spTgt spid="4"/>
                                        </p:tgtEl>
                                        <p:attrNameLst>
                                          <p:attrName>r</p:attrName>
                                        </p:attrNameLst>
                                      </p:cBhvr>
                                    </p:animRot>
                                    <p:animRot by="240000">
                                      <p:cBhvr>
                                        <p:cTn id="39" dur="200" fill="hold">
                                          <p:stCondLst>
                                            <p:cond delay="400"/>
                                          </p:stCondLst>
                                        </p:cTn>
                                        <p:tgtEl>
                                          <p:spTgt spid="4"/>
                                        </p:tgtEl>
                                        <p:attrNameLst>
                                          <p:attrName>r</p:attrName>
                                        </p:attrNameLst>
                                      </p:cBhvr>
                                    </p:animRot>
                                    <p:animRot by="-240000">
                                      <p:cBhvr>
                                        <p:cTn id="40" dur="200" fill="hold">
                                          <p:stCondLst>
                                            <p:cond delay="600"/>
                                          </p:stCondLst>
                                        </p:cTn>
                                        <p:tgtEl>
                                          <p:spTgt spid="4"/>
                                        </p:tgtEl>
                                        <p:attrNameLst>
                                          <p:attrName>r</p:attrName>
                                        </p:attrNameLst>
                                      </p:cBhvr>
                                    </p:animRot>
                                    <p:animRot by="120000">
                                      <p:cBhvr>
                                        <p:cTn id="41" dur="200" fill="hold">
                                          <p:stCondLst>
                                            <p:cond delay="800"/>
                                          </p:stCondLst>
                                        </p:cTn>
                                        <p:tgtEl>
                                          <p:spTgt spid="4"/>
                                        </p:tgtEl>
                                        <p:attrNameLst>
                                          <p:attrName>r</p:attrName>
                                        </p:attrNameLst>
                                      </p:cBhvr>
                                    </p:animRot>
                                  </p:childTnLst>
                                </p:cTn>
                              </p:par>
                            </p:childTnLst>
                          </p:cTn>
                        </p:par>
                        <p:par>
                          <p:cTn id="42" fill="hold">
                            <p:stCondLst>
                              <p:cond delay="4500"/>
                            </p:stCondLst>
                            <p:childTnLst>
                              <p:par>
                                <p:cTn id="43" presetID="8" presetClass="emph" presetSubtype="0" fill="hold" nodeType="afterEffect">
                                  <p:stCondLst>
                                    <p:cond delay="0"/>
                                  </p:stCondLst>
                                  <p:childTnLst>
                                    <p:animRot by="21600000">
                                      <p:cBhvr>
                                        <p:cTn id="44" dur="2000" fill="hold"/>
                                        <p:tgtEl>
                                          <p:spTgt spid="3"/>
                                        </p:tgtEl>
                                        <p:attrNameLst>
                                          <p:attrName>r</p:attrName>
                                        </p:attrNameLst>
                                      </p:cBhvr>
                                    </p:animRot>
                                  </p:childTnLst>
                                </p:cTn>
                              </p:par>
                              <p:par>
                                <p:cTn id="45" presetID="8" presetClass="emph" presetSubtype="0" fill="hold" nodeType="withEffect">
                                  <p:stCondLst>
                                    <p:cond delay="0"/>
                                  </p:stCondLst>
                                  <p:childTnLst>
                                    <p:animRot by="21600000">
                                      <p:cBhvr>
                                        <p:cTn id="46" dur="2000" fill="hold"/>
                                        <p:tgtEl>
                                          <p:spTgt spid="4"/>
                                        </p:tgtEl>
                                        <p:attrNameLst>
                                          <p:attrName>r</p:attrName>
                                        </p:attrNameLst>
                                      </p:cBhvr>
                                    </p:animRot>
                                  </p:childTnLst>
                                </p:cTn>
                              </p:par>
                            </p:childTnLst>
                          </p:cTn>
                        </p:par>
                        <p:par>
                          <p:cTn id="47" fill="hold">
                            <p:stCondLst>
                              <p:cond delay="6500"/>
                            </p:stCondLst>
                            <p:childTnLst>
                              <p:par>
                                <p:cTn id="48" presetID="16" presetClass="exit" presetSubtype="21" fill="hold" nodeType="afterEffect">
                                  <p:stCondLst>
                                    <p:cond delay="0"/>
                                  </p:stCondLst>
                                  <p:childTnLst>
                                    <p:animEffect transition="out" filter="barn(inVertical)">
                                      <p:cBhvr>
                                        <p:cTn id="49" dur="500"/>
                                        <p:tgtEl>
                                          <p:spTgt spid="3"/>
                                        </p:tgtEl>
                                      </p:cBhvr>
                                    </p:animEffect>
                                    <p:set>
                                      <p:cBhvr>
                                        <p:cTn id="50" dur="1" fill="hold">
                                          <p:stCondLst>
                                            <p:cond delay="499"/>
                                          </p:stCondLst>
                                        </p:cTn>
                                        <p:tgtEl>
                                          <p:spTgt spid="3"/>
                                        </p:tgtEl>
                                        <p:attrNameLst>
                                          <p:attrName>style.visibility</p:attrName>
                                        </p:attrNameLst>
                                      </p:cBhvr>
                                      <p:to>
                                        <p:strVal val="hidden"/>
                                      </p:to>
                                    </p:set>
                                  </p:childTnLst>
                                </p:cTn>
                              </p:par>
                              <p:par>
                                <p:cTn id="51" presetID="16" presetClass="exit" presetSubtype="21" fill="hold" nodeType="withEffect">
                                  <p:stCondLst>
                                    <p:cond delay="0"/>
                                  </p:stCondLst>
                                  <p:childTnLst>
                                    <p:animEffect transition="out" filter="barn(inVertical)">
                                      <p:cBhvr>
                                        <p:cTn id="52" dur="500"/>
                                        <p:tgtEl>
                                          <p:spTgt spid="4"/>
                                        </p:tgtEl>
                                      </p:cBhvr>
                                    </p:animEffect>
                                    <p:set>
                                      <p:cBhvr>
                                        <p:cTn id="53" dur="1" fill="hold">
                                          <p:stCondLst>
                                            <p:cond delay="499"/>
                                          </p:stCondLst>
                                        </p:cTn>
                                        <p:tgtEl>
                                          <p:spTgt spid="4"/>
                                        </p:tgtEl>
                                        <p:attrNameLst>
                                          <p:attrName>style.visibility</p:attrName>
                                        </p:attrNameLst>
                                      </p:cBhvr>
                                      <p:to>
                                        <p:strVal val="hidden"/>
                                      </p:to>
                                    </p:set>
                                  </p:childTnLst>
                                </p:cTn>
                              </p:par>
                            </p:childTnLst>
                          </p:cTn>
                        </p:par>
                        <p:par>
                          <p:cTn id="54" fill="hold">
                            <p:stCondLst>
                              <p:cond delay="7000"/>
                            </p:stCondLst>
                            <p:childTnLst>
                              <p:par>
                                <p:cTn id="55" presetID="1" presetClass="entr" presetSubtype="0" fill="hold" nodeType="afterEffect">
                                  <p:stCondLst>
                                    <p:cond delay="0"/>
                                  </p:stCondLst>
                                  <p:childTnLst>
                                    <p:set>
                                      <p:cBhvr>
                                        <p:cTn id="56" dur="1" fill="hold">
                                          <p:stCondLst>
                                            <p:cond delay="0"/>
                                          </p:stCondLst>
                                        </p:cTn>
                                        <p:tgtEl>
                                          <p:spTgt spid="6"/>
                                        </p:tgtEl>
                                        <p:attrNameLst>
                                          <p:attrName>style.visibility</p:attrName>
                                        </p:attrNameLst>
                                      </p:cBhvr>
                                      <p:to>
                                        <p:strVal val="visible"/>
                                      </p:to>
                                    </p:set>
                                  </p:childTnLst>
                                </p:cTn>
                              </p:par>
                            </p:childTnLst>
                          </p:cTn>
                        </p:par>
                        <p:par>
                          <p:cTn id="57" fill="hold">
                            <p:stCondLst>
                              <p:cond delay="7000"/>
                            </p:stCondLst>
                            <p:childTnLst>
                              <p:par>
                                <p:cTn id="58" presetID="26" presetClass="emph" presetSubtype="0" fill="hold" nodeType="afterEffect">
                                  <p:stCondLst>
                                    <p:cond delay="0"/>
                                  </p:stCondLst>
                                  <p:childTnLst>
                                    <p:animEffect transition="out" filter="fade">
                                      <p:cBhvr>
                                        <p:cTn id="59" dur="500" tmFilter="0, 0; .2, .5; .8, .5; 1, 0"/>
                                        <p:tgtEl>
                                          <p:spTgt spid="6"/>
                                        </p:tgtEl>
                                      </p:cBhvr>
                                    </p:animEffect>
                                    <p:animScale>
                                      <p:cBhvr>
                                        <p:cTn id="60" dur="250" autoRev="1" fill="hold"/>
                                        <p:tgtEl>
                                          <p:spTgt spid="6"/>
                                        </p:tgtEl>
                                      </p:cBhvr>
                                      <p:by x="105000" y="105000"/>
                                    </p:animScale>
                                  </p:childTnLst>
                                </p:cTn>
                              </p:par>
                            </p:childTnLst>
                          </p:cTn>
                        </p:par>
                        <p:par>
                          <p:cTn id="61" fill="hold">
                            <p:stCondLst>
                              <p:cond delay="7500"/>
                            </p:stCondLst>
                            <p:childTnLst>
                              <p:par>
                                <p:cTn id="62" presetID="26" presetClass="emph" presetSubtype="0" fill="hold" nodeType="afterEffect">
                                  <p:stCondLst>
                                    <p:cond delay="0"/>
                                  </p:stCondLst>
                                  <p:childTnLst>
                                    <p:animEffect transition="out" filter="fade">
                                      <p:cBhvr>
                                        <p:cTn id="63" dur="500" tmFilter="0, 0; .2, .5; .8, .5; 1, 0"/>
                                        <p:tgtEl>
                                          <p:spTgt spid="6"/>
                                        </p:tgtEl>
                                      </p:cBhvr>
                                    </p:animEffect>
                                    <p:animScale>
                                      <p:cBhvr>
                                        <p:cTn id="64" dur="250" autoRev="1" fill="hold"/>
                                        <p:tgtEl>
                                          <p:spTgt spid="6"/>
                                        </p:tgtEl>
                                      </p:cBhvr>
                                      <p:by x="105000" y="105000"/>
                                    </p:animScale>
                                  </p:childTnLst>
                                </p:cTn>
                              </p:par>
                            </p:childTnLst>
                          </p:cTn>
                        </p:par>
                        <p:par>
                          <p:cTn id="65" fill="hold">
                            <p:stCondLst>
                              <p:cond delay="8000"/>
                            </p:stCondLst>
                            <p:childTnLst>
                              <p:par>
                                <p:cTn id="66" presetID="26" presetClass="emph" presetSubtype="0" fill="hold" nodeType="afterEffect">
                                  <p:stCondLst>
                                    <p:cond delay="0"/>
                                  </p:stCondLst>
                                  <p:childTnLst>
                                    <p:animEffect transition="out" filter="fade">
                                      <p:cBhvr>
                                        <p:cTn id="67" dur="500" tmFilter="0, 0; .2, .5; .8, .5; 1, 0"/>
                                        <p:tgtEl>
                                          <p:spTgt spid="6"/>
                                        </p:tgtEl>
                                      </p:cBhvr>
                                    </p:animEffect>
                                    <p:animScale>
                                      <p:cBhvr>
                                        <p:cTn id="68" dur="250" autoRev="1" fill="hold"/>
                                        <p:tgtEl>
                                          <p:spTgt spid="6"/>
                                        </p:tgtEl>
                                      </p:cBhvr>
                                      <p:by x="105000" y="105000"/>
                                    </p:animScale>
                                  </p:childTnLst>
                                </p:cTn>
                              </p:par>
                            </p:childTnLst>
                          </p:cTn>
                        </p:par>
                        <p:par>
                          <p:cTn id="69" fill="hold">
                            <p:stCondLst>
                              <p:cond delay="8500"/>
                            </p:stCondLst>
                            <p:childTnLst>
                              <p:par>
                                <p:cTn id="70" presetID="6" presetClass="exit" presetSubtype="32" fill="hold" nodeType="afterEffect">
                                  <p:stCondLst>
                                    <p:cond delay="0"/>
                                  </p:stCondLst>
                                  <p:childTnLst>
                                    <p:animEffect transition="out" filter="circle(out)">
                                      <p:cBhvr>
                                        <p:cTn id="71" dur="2000"/>
                                        <p:tgtEl>
                                          <p:spTgt spid="6"/>
                                        </p:tgtEl>
                                      </p:cBhvr>
                                    </p:animEffect>
                                    <p:set>
                                      <p:cBhvr>
                                        <p:cTn id="72" dur="1" fill="hold">
                                          <p:stCondLst>
                                            <p:cond delay="1999"/>
                                          </p:stCondLst>
                                        </p:cTn>
                                        <p:tgtEl>
                                          <p:spTgt spid="6"/>
                                        </p:tgtEl>
                                        <p:attrNameLst>
                                          <p:attrName>style.visibility</p:attrName>
                                        </p:attrNameLst>
                                      </p:cBhvr>
                                      <p:to>
                                        <p:strVal val="hidden"/>
                                      </p:to>
                                    </p:set>
                                  </p:childTnLst>
                                </p:cTn>
                              </p:par>
                            </p:childTnLst>
                          </p:cTn>
                        </p:par>
                        <p:par>
                          <p:cTn id="73" fill="hold">
                            <p:stCondLst>
                              <p:cond delay="10500"/>
                            </p:stCondLst>
                            <p:childTnLst>
                              <p:par>
                                <p:cTn id="74" presetID="6" presetClass="entr" presetSubtype="16" fill="hold" nodeType="afterEffect">
                                  <p:stCondLst>
                                    <p:cond delay="0"/>
                                  </p:stCondLst>
                                  <p:childTnLst>
                                    <p:set>
                                      <p:cBhvr>
                                        <p:cTn id="75" dur="1" fill="hold">
                                          <p:stCondLst>
                                            <p:cond delay="0"/>
                                          </p:stCondLst>
                                        </p:cTn>
                                        <p:tgtEl>
                                          <p:spTgt spid="8"/>
                                        </p:tgtEl>
                                        <p:attrNameLst>
                                          <p:attrName>style.visibility</p:attrName>
                                        </p:attrNameLst>
                                      </p:cBhvr>
                                      <p:to>
                                        <p:strVal val="visible"/>
                                      </p:to>
                                    </p:set>
                                    <p:animEffect transition="in" filter="circle(in)">
                                      <p:cBhvr>
                                        <p:cTn id="76" dur="1500"/>
                                        <p:tgtEl>
                                          <p:spTgt spid="8"/>
                                        </p:tgtEl>
                                      </p:cBhvr>
                                    </p:animEffect>
                                  </p:childTnLst>
                                </p:cTn>
                              </p:par>
                            </p:childTnLst>
                          </p:cTn>
                        </p:par>
                        <p:par>
                          <p:cTn id="77" fill="hold">
                            <p:stCondLst>
                              <p:cond delay="12000"/>
                            </p:stCondLst>
                            <p:childTnLst>
                              <p:par>
                                <p:cTn id="78" presetID="6" presetClass="emph" presetSubtype="0" fill="hold" nodeType="afterEffect">
                                  <p:stCondLst>
                                    <p:cond delay="0"/>
                                  </p:stCondLst>
                                  <p:childTnLst>
                                    <p:animScale>
                                      <p:cBhvr>
                                        <p:cTn id="79" dur="1500" fill="hold"/>
                                        <p:tgtEl>
                                          <p:spTgt spid="8"/>
                                        </p:tgtEl>
                                      </p:cBhvr>
                                      <p:by x="50000" y="50000"/>
                                    </p:animScale>
                                  </p:childTnLst>
                                </p:cTn>
                              </p:par>
                            </p:childTnLst>
                          </p:cTn>
                        </p:par>
                        <p:par>
                          <p:cTn id="80" fill="hold">
                            <p:stCondLst>
                              <p:cond delay="13500"/>
                            </p:stCondLst>
                            <p:childTnLst>
                              <p:par>
                                <p:cTn id="81" presetID="35" presetClass="path" presetSubtype="0" accel="50000" decel="50000" fill="hold" nodeType="afterEffect">
                                  <p:stCondLst>
                                    <p:cond delay="0"/>
                                  </p:stCondLst>
                                  <p:childTnLst>
                                    <p:animMotion origin="layout" path="M 0 -1.11111E-6 L -0.25 -1.11111E-6 " pathEditMode="relative" rAng="0" ptsTypes="AA">
                                      <p:cBhvr>
                                        <p:cTn id="82" dur="1000" fill="hold"/>
                                        <p:tgtEl>
                                          <p:spTgt spid="8"/>
                                        </p:tgtEl>
                                        <p:attrNameLst>
                                          <p:attrName>ppt_x</p:attrName>
                                          <p:attrName>ppt_y</p:attrName>
                                        </p:attrNameLst>
                                      </p:cBhvr>
                                      <p:rCtr x="-12500" y="0"/>
                                    </p:animMotion>
                                  </p:childTnLst>
                                </p:cTn>
                              </p:par>
                            </p:childTnLst>
                          </p:cTn>
                        </p:par>
                        <p:par>
                          <p:cTn id="83" fill="hold">
                            <p:stCondLst>
                              <p:cond delay="14500"/>
                            </p:stCondLst>
                            <p:childTnLst>
                              <p:par>
                                <p:cTn id="84" presetID="2" presetClass="entr" presetSubtype="4" fill="hold" nodeType="afterEffect">
                                  <p:stCondLst>
                                    <p:cond delay="0"/>
                                  </p:stCondLst>
                                  <p:childTnLst>
                                    <p:set>
                                      <p:cBhvr>
                                        <p:cTn id="85" dur="1" fill="hold">
                                          <p:stCondLst>
                                            <p:cond delay="0"/>
                                          </p:stCondLst>
                                        </p:cTn>
                                        <p:tgtEl>
                                          <p:spTgt spid="9"/>
                                        </p:tgtEl>
                                        <p:attrNameLst>
                                          <p:attrName>style.visibility</p:attrName>
                                        </p:attrNameLst>
                                      </p:cBhvr>
                                      <p:to>
                                        <p:strVal val="visible"/>
                                      </p:to>
                                    </p:set>
                                    <p:anim calcmode="lin" valueType="num">
                                      <p:cBhvr additive="base">
                                        <p:cTn id="86" dur="500" fill="hold"/>
                                        <p:tgtEl>
                                          <p:spTgt spid="9"/>
                                        </p:tgtEl>
                                        <p:attrNameLst>
                                          <p:attrName>ppt_x</p:attrName>
                                        </p:attrNameLst>
                                      </p:cBhvr>
                                      <p:tavLst>
                                        <p:tav tm="0">
                                          <p:val>
                                            <p:strVal val="#ppt_x"/>
                                          </p:val>
                                        </p:tav>
                                        <p:tav tm="100000">
                                          <p:val>
                                            <p:strVal val="#ppt_x"/>
                                          </p:val>
                                        </p:tav>
                                      </p:tavLst>
                                    </p:anim>
                                    <p:anim calcmode="lin" valueType="num">
                                      <p:cBhvr additive="base">
                                        <p:cTn id="87" dur="500" fill="hold"/>
                                        <p:tgtEl>
                                          <p:spTgt spid="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0AF591-1100-6BA6-F0CD-567EC9586009}"/>
            </a:ext>
          </a:extLst>
        </p:cNvPr>
        <p:cNvGrpSpPr/>
        <p:nvPr/>
      </p:nvGrpSpPr>
      <p:grpSpPr>
        <a:xfrm>
          <a:off x="0" y="0"/>
          <a:ext cx="0" cy="0"/>
          <a:chOff x="0" y="0"/>
          <a:chExt cx="0" cy="0"/>
        </a:xfrm>
      </p:grpSpPr>
      <p:pic>
        <p:nvPicPr>
          <p:cNvPr id="19" name="Picture 18" descr="A green background with a silhouette of buildings&#10;&#10;AI-generated content may be incorrect.">
            <a:extLst>
              <a:ext uri="{FF2B5EF4-FFF2-40B4-BE49-F238E27FC236}">
                <a16:creationId xmlns:a16="http://schemas.microsoft.com/office/drawing/2014/main" id="{79D0A19C-02C0-3E17-691B-20BA6BA145C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pic>
        <p:nvPicPr>
          <p:cNvPr id="5" name="Picture 4" descr="A yellow and green text on a black background&#10;&#10;AI-generated content may be incorrect.">
            <a:extLst>
              <a:ext uri="{FF2B5EF4-FFF2-40B4-BE49-F238E27FC236}">
                <a16:creationId xmlns:a16="http://schemas.microsoft.com/office/drawing/2014/main" id="{D5629A6F-1AE0-3C3C-D253-08351A280340}"/>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635527" y="-167148"/>
            <a:ext cx="2203795" cy="2203795"/>
          </a:xfrm>
          <a:prstGeom prst="rect">
            <a:avLst/>
          </a:prstGeom>
        </p:spPr>
      </p:pic>
      <p:sp>
        <p:nvSpPr>
          <p:cNvPr id="8" name="TextBox 7">
            <a:extLst>
              <a:ext uri="{FF2B5EF4-FFF2-40B4-BE49-F238E27FC236}">
                <a16:creationId xmlns:a16="http://schemas.microsoft.com/office/drawing/2014/main" id="{87EF5201-550D-6207-A466-AC488CF8212F}"/>
              </a:ext>
            </a:extLst>
          </p:cNvPr>
          <p:cNvSpPr txBox="1"/>
          <p:nvPr/>
        </p:nvSpPr>
        <p:spPr>
          <a:xfrm>
            <a:off x="0" y="589128"/>
            <a:ext cx="12192000" cy="707886"/>
          </a:xfrm>
          <a:prstGeom prst="rect">
            <a:avLst/>
          </a:prstGeom>
          <a:noFill/>
        </p:spPr>
        <p:txBody>
          <a:bodyPr wrap="square" rtlCol="0">
            <a:spAutoFit/>
          </a:bodyPr>
          <a:lstStyle/>
          <a:p>
            <a:r>
              <a:rPr lang="en-US" sz="4000" b="1">
                <a:solidFill>
                  <a:srgbClr val="F7CA66"/>
                </a:solidFill>
                <a:latin typeface="Lufga" panose="00000500000000000000" pitchFamily="50" charset="0"/>
              </a:rPr>
              <a:t>    ¡</a:t>
            </a:r>
            <a:r>
              <a:rPr lang="en-US" sz="3600" b="1">
                <a:solidFill>
                  <a:srgbClr val="F7CA66"/>
                </a:solidFill>
                <a:latin typeface="Lufga" panose="00000500000000000000" pitchFamily="50" charset="0"/>
              </a:rPr>
              <a:t>Gracias</a:t>
            </a:r>
            <a:r>
              <a:rPr lang="en-US" sz="4000" b="1">
                <a:solidFill>
                  <a:srgbClr val="F7CA66"/>
                </a:solidFill>
                <a:latin typeface="Lufga" panose="00000500000000000000" pitchFamily="50" charset="0"/>
              </a:rPr>
              <a:t> a </a:t>
            </a:r>
            <a:r>
              <a:rPr lang="en-US" sz="4000" b="1" err="1">
                <a:solidFill>
                  <a:srgbClr val="F7CA66"/>
                </a:solidFill>
                <a:latin typeface="Lufga" panose="00000500000000000000" pitchFamily="50" charset="0"/>
              </a:rPr>
              <a:t>nuestros</a:t>
            </a:r>
            <a:r>
              <a:rPr lang="en-US" sz="4000" b="1">
                <a:solidFill>
                  <a:srgbClr val="F7CA66"/>
                </a:solidFill>
                <a:latin typeface="Lufga" panose="00000500000000000000" pitchFamily="50" charset="0"/>
              </a:rPr>
              <a:t> </a:t>
            </a:r>
            <a:r>
              <a:rPr lang="en-US" sz="4000" b="1" err="1">
                <a:solidFill>
                  <a:srgbClr val="F7CA66"/>
                </a:solidFill>
                <a:latin typeface="Lufga" panose="00000500000000000000" pitchFamily="50" charset="0"/>
              </a:rPr>
              <a:t>Patrocinadores</a:t>
            </a:r>
            <a:r>
              <a:rPr lang="en-US" sz="4000" b="1">
                <a:solidFill>
                  <a:srgbClr val="F7CA66"/>
                </a:solidFill>
                <a:latin typeface="Lufga" panose="00000500000000000000" pitchFamily="50" charset="0"/>
              </a:rPr>
              <a:t>!</a:t>
            </a:r>
          </a:p>
        </p:txBody>
      </p:sp>
      <p:sp>
        <p:nvSpPr>
          <p:cNvPr id="10" name="TextBox 9">
            <a:extLst>
              <a:ext uri="{FF2B5EF4-FFF2-40B4-BE49-F238E27FC236}">
                <a16:creationId xmlns:a16="http://schemas.microsoft.com/office/drawing/2014/main" id="{7EE6CB32-FC6D-DCE5-7CCE-1CD5D7CD179D}"/>
              </a:ext>
            </a:extLst>
          </p:cNvPr>
          <p:cNvSpPr txBox="1"/>
          <p:nvPr/>
        </p:nvSpPr>
        <p:spPr>
          <a:xfrm>
            <a:off x="6180547" y="6410323"/>
            <a:ext cx="2228669" cy="338554"/>
          </a:xfrm>
          <a:prstGeom prst="rect">
            <a:avLst/>
          </a:prstGeom>
          <a:noFill/>
        </p:spPr>
        <p:txBody>
          <a:bodyPr wrap="square">
            <a:spAutoFit/>
          </a:bodyPr>
          <a:lstStyle/>
          <a:p>
            <a:pPr algn="r"/>
            <a:r>
              <a:rPr lang="en-GB" sz="1600" err="1">
                <a:solidFill>
                  <a:schemeClr val="bg1"/>
                </a:solidFill>
                <a:latin typeface="Lufga" panose="020B0604020202020204" charset="0"/>
              </a:rPr>
              <a:t>Colaboradores</a:t>
            </a:r>
            <a:r>
              <a:rPr lang="en-GB" sz="1600">
                <a:solidFill>
                  <a:schemeClr val="bg1"/>
                </a:solidFill>
                <a:latin typeface="Lufga" panose="020B0604020202020204" charset="0"/>
              </a:rPr>
              <a:t>:</a:t>
            </a:r>
          </a:p>
        </p:txBody>
      </p:sp>
      <p:sp>
        <p:nvSpPr>
          <p:cNvPr id="27" name="Rectangle 26">
            <a:extLst>
              <a:ext uri="{FF2B5EF4-FFF2-40B4-BE49-F238E27FC236}">
                <a16:creationId xmlns:a16="http://schemas.microsoft.com/office/drawing/2014/main" id="{BD0CBCDD-4A52-6716-DDDB-F7F4B97BC090}"/>
              </a:ext>
            </a:extLst>
          </p:cNvPr>
          <p:cNvSpPr/>
          <p:nvPr/>
        </p:nvSpPr>
        <p:spPr>
          <a:xfrm>
            <a:off x="0" y="2106201"/>
            <a:ext cx="12192000" cy="2357167"/>
          </a:xfrm>
          <a:prstGeom prst="rect">
            <a:avLst/>
          </a:prstGeom>
          <a:solidFill>
            <a:schemeClr val="bg1">
              <a:alpha val="6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3" name="Picture 12">
            <a:extLst>
              <a:ext uri="{FF2B5EF4-FFF2-40B4-BE49-F238E27FC236}">
                <a16:creationId xmlns:a16="http://schemas.microsoft.com/office/drawing/2014/main" id="{FE8CDC0B-FFB0-177E-E061-8F1E9CDE61CD}"/>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429211" y="3290368"/>
            <a:ext cx="2846433" cy="922244"/>
          </a:xfrm>
          <a:prstGeom prst="rect">
            <a:avLst/>
          </a:prstGeom>
        </p:spPr>
      </p:pic>
      <p:pic>
        <p:nvPicPr>
          <p:cNvPr id="15" name="Picture 14">
            <a:extLst>
              <a:ext uri="{FF2B5EF4-FFF2-40B4-BE49-F238E27FC236}">
                <a16:creationId xmlns:a16="http://schemas.microsoft.com/office/drawing/2014/main" id="{0478DDE3-FDA9-5E19-A683-3E36D54C3813}"/>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988534" y="3250073"/>
            <a:ext cx="2796229" cy="862900"/>
          </a:xfrm>
          <a:prstGeom prst="rect">
            <a:avLst/>
          </a:prstGeom>
        </p:spPr>
      </p:pic>
      <p:pic>
        <p:nvPicPr>
          <p:cNvPr id="20" name="Picture 19">
            <a:extLst>
              <a:ext uri="{FF2B5EF4-FFF2-40B4-BE49-F238E27FC236}">
                <a16:creationId xmlns:a16="http://schemas.microsoft.com/office/drawing/2014/main" id="{52F59A47-589A-F5FB-5010-142F99E7CAC0}"/>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8083136" y="3366680"/>
            <a:ext cx="3233792" cy="812963"/>
          </a:xfrm>
          <a:prstGeom prst="rect">
            <a:avLst/>
          </a:prstGeom>
        </p:spPr>
      </p:pic>
      <p:pic>
        <p:nvPicPr>
          <p:cNvPr id="22" name="Picture 21">
            <a:extLst>
              <a:ext uri="{FF2B5EF4-FFF2-40B4-BE49-F238E27FC236}">
                <a16:creationId xmlns:a16="http://schemas.microsoft.com/office/drawing/2014/main" id="{D2CAD0DC-BA0D-8B08-EEFB-FD3EB96A42ED}"/>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1062892" y="2166985"/>
            <a:ext cx="2721870" cy="1066802"/>
          </a:xfrm>
          <a:prstGeom prst="rect">
            <a:avLst/>
          </a:prstGeom>
        </p:spPr>
      </p:pic>
      <p:pic>
        <p:nvPicPr>
          <p:cNvPr id="24" name="Picture 23">
            <a:extLst>
              <a:ext uri="{FF2B5EF4-FFF2-40B4-BE49-F238E27FC236}">
                <a16:creationId xmlns:a16="http://schemas.microsoft.com/office/drawing/2014/main" id="{308CD658-F9F9-B702-B76E-453EA827FA2A}"/>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4573012" y="2194225"/>
            <a:ext cx="2721870" cy="1066802"/>
          </a:xfrm>
          <a:prstGeom prst="rect">
            <a:avLst/>
          </a:prstGeom>
        </p:spPr>
      </p:pic>
      <p:pic>
        <p:nvPicPr>
          <p:cNvPr id="26" name="Picture 25">
            <a:extLst>
              <a:ext uri="{FF2B5EF4-FFF2-40B4-BE49-F238E27FC236}">
                <a16:creationId xmlns:a16="http://schemas.microsoft.com/office/drawing/2014/main" id="{A86DD1C2-0772-280E-1D99-A74E36DB0916}"/>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8083136" y="2357167"/>
            <a:ext cx="3104787" cy="803236"/>
          </a:xfrm>
          <a:prstGeom prst="rect">
            <a:avLst/>
          </a:prstGeom>
        </p:spPr>
      </p:pic>
      <p:sp>
        <p:nvSpPr>
          <p:cNvPr id="7" name="TextBox 6">
            <a:extLst>
              <a:ext uri="{FF2B5EF4-FFF2-40B4-BE49-F238E27FC236}">
                <a16:creationId xmlns:a16="http://schemas.microsoft.com/office/drawing/2014/main" id="{2E161EF6-950C-B44D-0B87-D65E022B89F8}"/>
              </a:ext>
            </a:extLst>
          </p:cNvPr>
          <p:cNvSpPr txBox="1"/>
          <p:nvPr/>
        </p:nvSpPr>
        <p:spPr>
          <a:xfrm>
            <a:off x="5195753" y="1582981"/>
            <a:ext cx="1800493" cy="523220"/>
          </a:xfrm>
          <a:prstGeom prst="rect">
            <a:avLst/>
          </a:prstGeom>
          <a:noFill/>
        </p:spPr>
        <p:txBody>
          <a:bodyPr wrap="none" rtlCol="0">
            <a:spAutoFit/>
          </a:bodyPr>
          <a:lstStyle/>
          <a:p>
            <a:pPr algn="r"/>
            <a:r>
              <a:rPr lang="en-US" sz="2800">
                <a:solidFill>
                  <a:srgbClr val="F7CA66"/>
                </a:solidFill>
                <a:latin typeface="Lufga" panose="00000500000000000000" pitchFamily="50" charset="0"/>
              </a:rPr>
              <a:t>PREMIUM</a:t>
            </a:r>
            <a:endParaRPr lang="en-US" sz="2000">
              <a:solidFill>
                <a:srgbClr val="F7CA66"/>
              </a:solidFill>
              <a:latin typeface="Lufga" panose="00000500000000000000" pitchFamily="50" charset="0"/>
            </a:endParaRPr>
          </a:p>
        </p:txBody>
      </p:sp>
      <p:sp>
        <p:nvSpPr>
          <p:cNvPr id="9" name="TextBox 8">
            <a:extLst>
              <a:ext uri="{FF2B5EF4-FFF2-40B4-BE49-F238E27FC236}">
                <a16:creationId xmlns:a16="http://schemas.microsoft.com/office/drawing/2014/main" id="{BCC490C9-0992-FF57-097F-B3AAE8C8A313}"/>
              </a:ext>
            </a:extLst>
          </p:cNvPr>
          <p:cNvSpPr txBox="1"/>
          <p:nvPr/>
        </p:nvSpPr>
        <p:spPr>
          <a:xfrm>
            <a:off x="5634173" y="4734654"/>
            <a:ext cx="923651" cy="400110"/>
          </a:xfrm>
          <a:prstGeom prst="rect">
            <a:avLst/>
          </a:prstGeom>
          <a:noFill/>
        </p:spPr>
        <p:txBody>
          <a:bodyPr wrap="none" rtlCol="0">
            <a:spAutoFit/>
          </a:bodyPr>
          <a:lstStyle/>
          <a:p>
            <a:pPr algn="r"/>
            <a:r>
              <a:rPr lang="en-US" sz="2000">
                <a:solidFill>
                  <a:srgbClr val="F7CA66"/>
                </a:solidFill>
                <a:latin typeface="Lufga" panose="00000500000000000000" pitchFamily="50" charset="0"/>
              </a:rPr>
              <a:t>GOLD</a:t>
            </a:r>
          </a:p>
        </p:txBody>
      </p:sp>
      <p:sp>
        <p:nvSpPr>
          <p:cNvPr id="28" name="Rectangle 27">
            <a:extLst>
              <a:ext uri="{FF2B5EF4-FFF2-40B4-BE49-F238E27FC236}">
                <a16:creationId xmlns:a16="http://schemas.microsoft.com/office/drawing/2014/main" id="{C97BD847-AB9E-E53E-8917-B0AF874240A0}"/>
              </a:ext>
            </a:extLst>
          </p:cNvPr>
          <p:cNvSpPr/>
          <p:nvPr/>
        </p:nvSpPr>
        <p:spPr>
          <a:xfrm>
            <a:off x="-2" y="5174473"/>
            <a:ext cx="12192000" cy="1035979"/>
          </a:xfrm>
          <a:prstGeom prst="rect">
            <a:avLst/>
          </a:prstGeom>
          <a:solidFill>
            <a:schemeClr val="bg1">
              <a:alpha val="6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32" name="Picture 31">
            <a:extLst>
              <a:ext uri="{FF2B5EF4-FFF2-40B4-BE49-F238E27FC236}">
                <a16:creationId xmlns:a16="http://schemas.microsoft.com/office/drawing/2014/main" id="{34559C12-C0DD-5513-4654-94991BAADEF7}"/>
              </a:ext>
            </a:extLst>
          </p:cNvPr>
          <p:cNvPicPr>
            <a:picLocks noChangeAspect="1"/>
          </p:cNvPicPr>
          <p:nvPr/>
        </p:nvPicPr>
        <p:blipFill>
          <a:blip r:embed="rId11">
            <a:extLst>
              <a:ext uri="{28A0092B-C50C-407E-A947-70E740481C1C}">
                <a14:useLocalDpi xmlns:a14="http://schemas.microsoft.com/office/drawing/2010/main" val="0"/>
              </a:ext>
            </a:extLst>
          </a:blip>
          <a:stretch>
            <a:fillRect/>
          </a:stretch>
        </p:blipFill>
        <p:spPr>
          <a:xfrm>
            <a:off x="6745988" y="5451670"/>
            <a:ext cx="1560579" cy="481585"/>
          </a:xfrm>
          <a:prstGeom prst="rect">
            <a:avLst/>
          </a:prstGeom>
        </p:spPr>
      </p:pic>
      <p:pic>
        <p:nvPicPr>
          <p:cNvPr id="34" name="Picture 33">
            <a:extLst>
              <a:ext uri="{FF2B5EF4-FFF2-40B4-BE49-F238E27FC236}">
                <a16:creationId xmlns:a16="http://schemas.microsoft.com/office/drawing/2014/main" id="{EC31FD5B-BB55-D41A-C7E4-0CFC87A48230}"/>
              </a:ext>
            </a:extLst>
          </p:cNvPr>
          <p:cNvPicPr>
            <a:picLocks noChangeAspect="1"/>
          </p:cNvPicPr>
          <p:nvPr/>
        </p:nvPicPr>
        <p:blipFill>
          <a:blip r:embed="rId12">
            <a:extLst>
              <a:ext uri="{28A0092B-C50C-407E-A947-70E740481C1C}">
                <a14:useLocalDpi xmlns:a14="http://schemas.microsoft.com/office/drawing/2010/main" val="0"/>
              </a:ext>
            </a:extLst>
          </a:blip>
          <a:stretch>
            <a:fillRect/>
          </a:stretch>
        </p:blipFill>
        <p:spPr>
          <a:xfrm>
            <a:off x="3864631" y="5276076"/>
            <a:ext cx="1595733" cy="832773"/>
          </a:xfrm>
          <a:prstGeom prst="rect">
            <a:avLst/>
          </a:prstGeom>
        </p:spPr>
      </p:pic>
      <p:pic>
        <p:nvPicPr>
          <p:cNvPr id="36" name="Picture 35">
            <a:extLst>
              <a:ext uri="{FF2B5EF4-FFF2-40B4-BE49-F238E27FC236}">
                <a16:creationId xmlns:a16="http://schemas.microsoft.com/office/drawing/2014/main" id="{1429F0B9-CE3C-B23E-6B38-7C109DC28DEE}"/>
              </a:ext>
            </a:extLst>
          </p:cNvPr>
          <p:cNvPicPr>
            <a:picLocks noChangeAspect="1"/>
          </p:cNvPicPr>
          <p:nvPr/>
        </p:nvPicPr>
        <p:blipFill>
          <a:blip r:embed="rId13">
            <a:extLst>
              <a:ext uri="{28A0092B-C50C-407E-A947-70E740481C1C}">
                <a14:useLocalDpi xmlns:a14="http://schemas.microsoft.com/office/drawing/2010/main" val="0"/>
              </a:ext>
            </a:extLst>
          </a:blip>
          <a:stretch>
            <a:fillRect/>
          </a:stretch>
        </p:blipFill>
        <p:spPr>
          <a:xfrm>
            <a:off x="9592190" y="5446246"/>
            <a:ext cx="1595733" cy="492433"/>
          </a:xfrm>
          <a:prstGeom prst="rect">
            <a:avLst/>
          </a:prstGeom>
        </p:spPr>
      </p:pic>
      <p:pic>
        <p:nvPicPr>
          <p:cNvPr id="38" name="Picture 37">
            <a:extLst>
              <a:ext uri="{FF2B5EF4-FFF2-40B4-BE49-F238E27FC236}">
                <a16:creationId xmlns:a16="http://schemas.microsoft.com/office/drawing/2014/main" id="{941B1028-97BE-E4DD-84D3-A49ABA064852}"/>
              </a:ext>
            </a:extLst>
          </p:cNvPr>
          <p:cNvPicPr>
            <a:picLocks noChangeAspect="1"/>
          </p:cNvPicPr>
          <p:nvPr/>
        </p:nvPicPr>
        <p:blipFill>
          <a:blip r:embed="rId14">
            <a:extLst>
              <a:ext uri="{28A0092B-C50C-407E-A947-70E740481C1C}">
                <a14:useLocalDpi xmlns:a14="http://schemas.microsoft.com/office/drawing/2010/main" val="0"/>
              </a:ext>
            </a:extLst>
          </a:blip>
          <a:stretch>
            <a:fillRect/>
          </a:stretch>
        </p:blipFill>
        <p:spPr>
          <a:xfrm>
            <a:off x="10114999" y="6270862"/>
            <a:ext cx="1407143" cy="617477"/>
          </a:xfrm>
          <a:prstGeom prst="rect">
            <a:avLst/>
          </a:prstGeom>
        </p:spPr>
      </p:pic>
      <p:pic>
        <p:nvPicPr>
          <p:cNvPr id="40" name="Picture 39">
            <a:extLst>
              <a:ext uri="{FF2B5EF4-FFF2-40B4-BE49-F238E27FC236}">
                <a16:creationId xmlns:a16="http://schemas.microsoft.com/office/drawing/2014/main" id="{AC6E34D5-260C-65A8-AADE-3D4B25026E20}"/>
              </a:ext>
            </a:extLst>
          </p:cNvPr>
          <p:cNvPicPr>
            <a:picLocks noChangeAspect="1"/>
          </p:cNvPicPr>
          <p:nvPr/>
        </p:nvPicPr>
        <p:blipFill>
          <a:blip r:embed="rId15">
            <a:extLst>
              <a:ext uri="{28A0092B-C50C-407E-A947-70E740481C1C}">
                <a14:useLocalDpi xmlns:a14="http://schemas.microsoft.com/office/drawing/2010/main" val="0"/>
              </a:ext>
            </a:extLst>
          </a:blip>
          <a:stretch>
            <a:fillRect/>
          </a:stretch>
        </p:blipFill>
        <p:spPr>
          <a:xfrm>
            <a:off x="8303017" y="6129913"/>
            <a:ext cx="2006789" cy="899457"/>
          </a:xfrm>
          <a:prstGeom prst="rect">
            <a:avLst/>
          </a:prstGeom>
        </p:spPr>
      </p:pic>
      <p:pic>
        <p:nvPicPr>
          <p:cNvPr id="3" name="Graphic 2">
            <a:extLst>
              <a:ext uri="{FF2B5EF4-FFF2-40B4-BE49-F238E27FC236}">
                <a16:creationId xmlns:a16="http://schemas.microsoft.com/office/drawing/2014/main" id="{F61420D5-89EA-96BD-0C4D-FA5DCF174073}"/>
              </a:ext>
            </a:extLst>
          </p:cNvPr>
          <p:cNvPicPr>
            <a:picLocks noChangeAspect="1"/>
          </p:cNvPicPr>
          <p:nvPr/>
        </p:nvPicPr>
        <p:blipFill>
          <a:blip r:embed="rId16">
            <a:extLst>
              <a:ext uri="{96DAC541-7B7A-43D3-8B79-37D633B846F1}">
                <asvg:svgBlip xmlns:asvg="http://schemas.microsoft.com/office/drawing/2016/SVG/main" r:embed="rId17"/>
              </a:ext>
            </a:extLst>
          </a:blip>
          <a:stretch>
            <a:fillRect/>
          </a:stretch>
        </p:blipFill>
        <p:spPr>
          <a:xfrm>
            <a:off x="878513" y="5438626"/>
            <a:ext cx="1700494" cy="507672"/>
          </a:xfrm>
          <a:prstGeom prst="rect">
            <a:avLst/>
          </a:prstGeom>
        </p:spPr>
      </p:pic>
    </p:spTree>
    <p:extLst>
      <p:ext uri="{BB962C8B-B14F-4D97-AF65-F5344CB8AC3E}">
        <p14:creationId xmlns:p14="http://schemas.microsoft.com/office/powerpoint/2010/main" val="65800792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 qr code with circles and circles&#10;&#10;AI-generated content may be incorrect.">
            <a:extLst>
              <a:ext uri="{FF2B5EF4-FFF2-40B4-BE49-F238E27FC236}">
                <a16:creationId xmlns:a16="http://schemas.microsoft.com/office/drawing/2014/main" id="{0D06598E-200B-11C6-381D-B2037E56614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208514" y="1720645"/>
            <a:ext cx="3774972" cy="3774972"/>
          </a:xfrm>
          <a:prstGeom prst="roundRect">
            <a:avLst>
              <a:gd name="adj" fmla="val 5932"/>
            </a:avLst>
          </a:prstGeom>
        </p:spPr>
      </p:pic>
      <p:sp>
        <p:nvSpPr>
          <p:cNvPr id="5" name="TextBox 4">
            <a:extLst>
              <a:ext uri="{FF2B5EF4-FFF2-40B4-BE49-F238E27FC236}">
                <a16:creationId xmlns:a16="http://schemas.microsoft.com/office/drawing/2014/main" id="{E0A9833F-CEEE-F838-129A-C3C9EC792010}"/>
              </a:ext>
            </a:extLst>
          </p:cNvPr>
          <p:cNvSpPr txBox="1"/>
          <p:nvPr/>
        </p:nvSpPr>
        <p:spPr>
          <a:xfrm>
            <a:off x="3805084" y="5690109"/>
            <a:ext cx="4935486" cy="830997"/>
          </a:xfrm>
          <a:prstGeom prst="rect">
            <a:avLst/>
          </a:prstGeom>
          <a:noFill/>
        </p:spPr>
        <p:txBody>
          <a:bodyPr wrap="square">
            <a:spAutoFit/>
          </a:bodyPr>
          <a:lstStyle/>
          <a:p>
            <a:r>
              <a:rPr lang="en-US" sz="4800" b="1">
                <a:solidFill>
                  <a:srgbClr val="F7CA66"/>
                </a:solidFill>
                <a:latin typeface="Lufga" panose="00000500000000000000" pitchFamily="50" charset="0"/>
              </a:rPr>
              <a:t>gaic.io/discord</a:t>
            </a:r>
          </a:p>
        </p:txBody>
      </p:sp>
      <p:sp>
        <p:nvSpPr>
          <p:cNvPr id="6" name="Title 5">
            <a:extLst>
              <a:ext uri="{FF2B5EF4-FFF2-40B4-BE49-F238E27FC236}">
                <a16:creationId xmlns:a16="http://schemas.microsoft.com/office/drawing/2014/main" id="{9BF1B83D-B098-2BAF-BFEF-E9661EE67D31}"/>
              </a:ext>
            </a:extLst>
          </p:cNvPr>
          <p:cNvSpPr>
            <a:spLocks noGrp="1"/>
          </p:cNvSpPr>
          <p:nvPr>
            <p:ph type="title"/>
          </p:nvPr>
        </p:nvSpPr>
        <p:spPr/>
        <p:txBody>
          <a:bodyPr>
            <a:normAutofit/>
          </a:bodyPr>
          <a:lstStyle/>
          <a:p>
            <a:pPr algn="ctr"/>
            <a:r>
              <a:rPr lang="en-US" sz="3200"/>
              <a:t>Join the AI Conversation </a:t>
            </a:r>
            <a:br>
              <a:rPr lang="en-US" sz="3200"/>
            </a:br>
            <a:r>
              <a:rPr lang="en-US" sz="3200"/>
              <a:t>on Discord</a:t>
            </a:r>
          </a:p>
        </p:txBody>
      </p:sp>
    </p:spTree>
    <p:extLst>
      <p:ext uri="{BB962C8B-B14F-4D97-AF65-F5344CB8AC3E}">
        <p14:creationId xmlns:p14="http://schemas.microsoft.com/office/powerpoint/2010/main" val="142216719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80E729-B5B2-1DED-C80F-99DC1F9112E6}"/>
              </a:ext>
            </a:extLst>
          </p:cNvPr>
          <p:cNvSpPr>
            <a:spLocks noGrp="1"/>
          </p:cNvSpPr>
          <p:nvPr>
            <p:ph type="title"/>
          </p:nvPr>
        </p:nvSpPr>
        <p:spPr>
          <a:xfrm>
            <a:off x="838200" y="365125"/>
            <a:ext cx="10515600" cy="1325563"/>
          </a:xfrm>
        </p:spPr>
        <p:txBody>
          <a:bodyPr anchor="ctr">
            <a:normAutofit/>
          </a:bodyPr>
          <a:lstStyle/>
          <a:p>
            <a:r>
              <a:rPr lang="en-GB"/>
              <a:t>Agenda</a:t>
            </a:r>
          </a:p>
        </p:txBody>
      </p:sp>
      <p:sp>
        <p:nvSpPr>
          <p:cNvPr id="3" name="Content Placeholder 2">
            <a:extLst>
              <a:ext uri="{FF2B5EF4-FFF2-40B4-BE49-F238E27FC236}">
                <a16:creationId xmlns:a16="http://schemas.microsoft.com/office/drawing/2014/main" id="{05AD0A34-EC12-F93A-50B3-DE73077DF7B0}"/>
              </a:ext>
            </a:extLst>
          </p:cNvPr>
          <p:cNvSpPr>
            <a:spLocks noGrp="1"/>
          </p:cNvSpPr>
          <p:nvPr>
            <p:ph sz="half" idx="1"/>
          </p:nvPr>
        </p:nvSpPr>
        <p:spPr>
          <a:xfrm>
            <a:off x="838200" y="1825625"/>
            <a:ext cx="5181600" cy="4351338"/>
          </a:xfrm>
        </p:spPr>
        <p:txBody>
          <a:bodyPr>
            <a:normAutofit lnSpcReduction="10000"/>
          </a:bodyPr>
          <a:lstStyle/>
          <a:p>
            <a:r>
              <a:rPr lang="en-US"/>
              <a:t>Quick Overview of </a:t>
            </a:r>
            <a:r>
              <a:rPr lang="en-US" err="1"/>
              <a:t>Dapr</a:t>
            </a:r>
            <a:endParaRPr lang="en-US"/>
          </a:p>
          <a:p>
            <a:r>
              <a:rPr lang="en-US"/>
              <a:t>Overview of </a:t>
            </a:r>
            <a:r>
              <a:rPr lang="en-US" err="1"/>
              <a:t>Dapr</a:t>
            </a:r>
            <a:r>
              <a:rPr lang="en-US"/>
              <a:t> Agents and its key features</a:t>
            </a:r>
          </a:p>
          <a:p>
            <a:r>
              <a:rPr lang="en-US"/>
              <a:t>Understanding the benefits and use cases for </a:t>
            </a:r>
            <a:r>
              <a:rPr lang="en-US" err="1"/>
              <a:t>Dapr</a:t>
            </a:r>
            <a:r>
              <a:rPr lang="en-US"/>
              <a:t> Agents</a:t>
            </a:r>
          </a:p>
          <a:p>
            <a:r>
              <a:rPr lang="en-US"/>
              <a:t>Common design patterns and use cases for building agentic systems</a:t>
            </a:r>
          </a:p>
          <a:p>
            <a:r>
              <a:rPr lang="en-US"/>
              <a:t>Demo</a:t>
            </a:r>
            <a:endParaRPr lang="es-ES"/>
          </a:p>
        </p:txBody>
      </p:sp>
      <p:pic>
        <p:nvPicPr>
          <p:cNvPr id="1026" name="Picture 2" descr="21 Snake Way ideas | dragon ball z, dragon ball, goku">
            <a:extLst>
              <a:ext uri="{FF2B5EF4-FFF2-40B4-BE49-F238E27FC236}">
                <a16:creationId xmlns:a16="http://schemas.microsoft.com/office/drawing/2014/main" id="{E6ACF38A-265A-C388-608F-977C58F0E4E8}"/>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6962634" y="1825625"/>
            <a:ext cx="3600732" cy="4351338"/>
          </a:xfrm>
          <a:prstGeom prst="rect">
            <a:avLst/>
          </a:prstGeom>
          <a:solidFill>
            <a:srgbClr val="FFFFFF"/>
          </a:solidFill>
        </p:spPr>
      </p:pic>
    </p:spTree>
    <p:extLst>
      <p:ext uri="{BB962C8B-B14F-4D97-AF65-F5344CB8AC3E}">
        <p14:creationId xmlns:p14="http://schemas.microsoft.com/office/powerpoint/2010/main" val="167253726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D870FB-1DB1-2B42-F763-008137FE13D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9DCC13F-DCEE-F7A8-0B30-48EB82D6EF75}"/>
              </a:ext>
            </a:extLst>
          </p:cNvPr>
          <p:cNvSpPr>
            <a:spLocks noGrp="1"/>
          </p:cNvSpPr>
          <p:nvPr>
            <p:ph type="title"/>
          </p:nvPr>
        </p:nvSpPr>
        <p:spPr>
          <a:xfrm>
            <a:off x="1054100" y="1882775"/>
            <a:ext cx="10515600" cy="1325563"/>
          </a:xfrm>
        </p:spPr>
        <p:txBody>
          <a:bodyPr>
            <a:normAutofit/>
          </a:bodyPr>
          <a:lstStyle/>
          <a:p>
            <a:r>
              <a:rPr lang="en-US"/>
              <a:t>Quick overview of </a:t>
            </a:r>
            <a:r>
              <a:rPr lang="en-US" err="1"/>
              <a:t>Dapr</a:t>
            </a:r>
            <a:br>
              <a:rPr lang="en-US"/>
            </a:br>
            <a:endParaRPr lang="en-GB"/>
          </a:p>
        </p:txBody>
      </p:sp>
      <p:pic>
        <p:nvPicPr>
          <p:cNvPr id="2052" name="Picture 4">
            <a:extLst>
              <a:ext uri="{FF2B5EF4-FFF2-40B4-BE49-F238E27FC236}">
                <a16:creationId xmlns:a16="http://schemas.microsoft.com/office/drawing/2014/main" id="{2A52585E-3512-EFAB-6D9C-2010386EF047}"/>
              </a:ext>
            </a:extLst>
          </p:cNvPr>
          <p:cNvPicPr>
            <a:picLocks noChangeAspect="1" noChangeArrowheads="1"/>
          </p:cNvPicPr>
          <p:nvPr/>
        </p:nvPicPr>
        <p:blipFill>
          <a:blip r:embed="rId2">
            <a:lum bright="70000" contrast="-70000"/>
            <a:extLst>
              <a:ext uri="{28A0092B-C50C-407E-A947-70E740481C1C}">
                <a14:useLocalDpi xmlns:a14="http://schemas.microsoft.com/office/drawing/2010/main" val="0"/>
              </a:ext>
            </a:extLst>
          </a:blip>
          <a:srcRect/>
          <a:stretch>
            <a:fillRect/>
          </a:stretch>
        </p:blipFill>
        <p:spPr bwMode="auto">
          <a:xfrm>
            <a:off x="6311900" y="2183343"/>
            <a:ext cx="5270096" cy="3878790"/>
          </a:xfrm>
          <a:prstGeom prst="rect">
            <a:avLst/>
          </a:prstGeom>
          <a:noFill/>
        </p:spPr>
      </p:pic>
    </p:spTree>
    <p:extLst>
      <p:ext uri="{BB962C8B-B14F-4D97-AF65-F5344CB8AC3E}">
        <p14:creationId xmlns:p14="http://schemas.microsoft.com/office/powerpoint/2010/main" val="194816047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D7815C-7BCC-D29C-CFAC-B319F2A8F74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620187A-7EDF-51D1-4B99-36E13C514F11}"/>
              </a:ext>
            </a:extLst>
          </p:cNvPr>
          <p:cNvSpPr>
            <a:spLocks noGrp="1"/>
          </p:cNvSpPr>
          <p:nvPr>
            <p:ph type="title"/>
          </p:nvPr>
        </p:nvSpPr>
        <p:spPr>
          <a:xfrm>
            <a:off x="1054100" y="1882775"/>
            <a:ext cx="10515600" cy="1325563"/>
          </a:xfrm>
        </p:spPr>
        <p:txBody>
          <a:bodyPr>
            <a:normAutofit fontScale="90000"/>
          </a:bodyPr>
          <a:lstStyle/>
          <a:p>
            <a:r>
              <a:rPr lang="en-US"/>
              <a:t>Overview of </a:t>
            </a:r>
            <a:r>
              <a:rPr lang="en-US" err="1"/>
              <a:t>Dapr</a:t>
            </a:r>
            <a:r>
              <a:rPr lang="en-US"/>
              <a:t> Agents and its key features</a:t>
            </a:r>
            <a:br>
              <a:rPr lang="en-US"/>
            </a:br>
            <a:endParaRPr lang="en-GB"/>
          </a:p>
        </p:txBody>
      </p:sp>
      <p:pic>
        <p:nvPicPr>
          <p:cNvPr id="4" name="Imagen 3">
            <a:extLst>
              <a:ext uri="{FF2B5EF4-FFF2-40B4-BE49-F238E27FC236}">
                <a16:creationId xmlns:a16="http://schemas.microsoft.com/office/drawing/2014/main" id="{40E2C31A-B483-5B36-9FD8-AC4078064F73}"/>
              </a:ext>
            </a:extLst>
          </p:cNvPr>
          <p:cNvPicPr>
            <a:picLocks noChangeAspect="1"/>
          </p:cNvPicPr>
          <p:nvPr/>
        </p:nvPicPr>
        <p:blipFill>
          <a:blip r:embed="rId2"/>
          <a:stretch>
            <a:fillRect/>
          </a:stretch>
        </p:blipFill>
        <p:spPr>
          <a:xfrm>
            <a:off x="4638136" y="2484408"/>
            <a:ext cx="2915728" cy="4373592"/>
          </a:xfrm>
          <a:prstGeom prst="rect">
            <a:avLst/>
          </a:prstGeom>
        </p:spPr>
      </p:pic>
    </p:spTree>
    <p:extLst>
      <p:ext uri="{BB962C8B-B14F-4D97-AF65-F5344CB8AC3E}">
        <p14:creationId xmlns:p14="http://schemas.microsoft.com/office/powerpoint/2010/main" val="248382670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8E53226-6CD7-9CC8-0DB2-E1B19AB3ECEA}"/>
              </a:ext>
            </a:extLst>
          </p:cNvPr>
          <p:cNvSpPr>
            <a:spLocks noGrp="1"/>
          </p:cNvSpPr>
          <p:nvPr>
            <p:ph type="title"/>
          </p:nvPr>
        </p:nvSpPr>
        <p:spPr/>
        <p:txBody>
          <a:bodyPr/>
          <a:lstStyle/>
          <a:p>
            <a:r>
              <a:rPr lang="es-ES"/>
              <a:t>Definition</a:t>
            </a:r>
          </a:p>
        </p:txBody>
      </p:sp>
      <p:sp>
        <p:nvSpPr>
          <p:cNvPr id="5" name="Marcador de contenido 4">
            <a:extLst>
              <a:ext uri="{FF2B5EF4-FFF2-40B4-BE49-F238E27FC236}">
                <a16:creationId xmlns:a16="http://schemas.microsoft.com/office/drawing/2014/main" id="{FB513277-4864-B33A-547A-C27EAE7307D7}"/>
              </a:ext>
            </a:extLst>
          </p:cNvPr>
          <p:cNvSpPr>
            <a:spLocks noGrp="1"/>
          </p:cNvSpPr>
          <p:nvPr>
            <p:ph idx="1"/>
          </p:nvPr>
        </p:nvSpPr>
        <p:spPr/>
        <p:txBody>
          <a:bodyPr>
            <a:normAutofit/>
          </a:bodyPr>
          <a:lstStyle/>
          <a:p>
            <a:r>
              <a:rPr lang="en-US" err="1"/>
              <a:t>Dapr</a:t>
            </a:r>
            <a:r>
              <a:rPr lang="en-US"/>
              <a:t> Agents is a developer framework for building durable and resilient AI agent systems powered by Large Language Models (LLMs).</a:t>
            </a:r>
          </a:p>
          <a:p>
            <a:r>
              <a:rPr lang="en-US"/>
              <a:t>It includes built-in observability and stateful workflow execution to ensure agentic workflows complete successfully, regardless of complexity. </a:t>
            </a:r>
            <a:endParaRPr lang="es-ES"/>
          </a:p>
        </p:txBody>
      </p:sp>
    </p:spTree>
    <p:extLst>
      <p:ext uri="{BB962C8B-B14F-4D97-AF65-F5344CB8AC3E}">
        <p14:creationId xmlns:p14="http://schemas.microsoft.com/office/powerpoint/2010/main" val="284336983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F6B2BF-92CE-2F8C-EF1A-D0588B4B5500}"/>
            </a:ext>
          </a:extLst>
        </p:cNvPr>
        <p:cNvGrpSpPr/>
        <p:nvPr/>
      </p:nvGrpSpPr>
      <p:grpSpPr>
        <a:xfrm>
          <a:off x="0" y="0"/>
          <a:ext cx="0" cy="0"/>
          <a:chOff x="0" y="0"/>
          <a:chExt cx="0" cy="0"/>
        </a:xfrm>
      </p:grpSpPr>
      <p:pic>
        <p:nvPicPr>
          <p:cNvPr id="1026" name="Picture 2" descr="Dapr Agents Concept">
            <a:extLst>
              <a:ext uri="{FF2B5EF4-FFF2-40B4-BE49-F238E27FC236}">
                <a16:creationId xmlns:a16="http://schemas.microsoft.com/office/drawing/2014/main" id="{1CAA5D47-A0DC-576E-382E-A31906FF2DD4}"/>
              </a:ext>
            </a:extLst>
          </p:cNvPr>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bwMode="auto">
          <a:xfrm>
            <a:off x="811345" y="1107606"/>
            <a:ext cx="10758311" cy="467336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396151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D06352-909C-497D-D488-CE78478BDECE}"/>
            </a:ext>
          </a:extLst>
        </p:cNvPr>
        <p:cNvGrpSpPr/>
        <p:nvPr/>
      </p:nvGrpSpPr>
      <p:grpSpPr>
        <a:xfrm>
          <a:off x="0" y="0"/>
          <a:ext cx="0" cy="0"/>
          <a:chOff x="0" y="0"/>
          <a:chExt cx="0" cy="0"/>
        </a:xfrm>
      </p:grpSpPr>
      <p:sp>
        <p:nvSpPr>
          <p:cNvPr id="6" name="Title 1">
            <a:extLst>
              <a:ext uri="{FF2B5EF4-FFF2-40B4-BE49-F238E27FC236}">
                <a16:creationId xmlns:a16="http://schemas.microsoft.com/office/drawing/2014/main" id="{B7B22C42-29C5-1EEB-C512-3A98F600CC44}"/>
              </a:ext>
            </a:extLst>
          </p:cNvPr>
          <p:cNvSpPr>
            <a:spLocks noGrp="1"/>
          </p:cNvSpPr>
          <p:nvPr>
            <p:ph type="title"/>
          </p:nvPr>
        </p:nvSpPr>
        <p:spPr>
          <a:xfrm>
            <a:off x="838200" y="365125"/>
            <a:ext cx="10515600" cy="1325563"/>
          </a:xfrm>
        </p:spPr>
        <p:txBody>
          <a:bodyPr/>
          <a:lstStyle/>
          <a:p>
            <a:r>
              <a:rPr lang="en-GB"/>
              <a:t>Core Capabilities</a:t>
            </a:r>
          </a:p>
        </p:txBody>
      </p:sp>
      <p:sp>
        <p:nvSpPr>
          <p:cNvPr id="9" name="Content Placeholder 2">
            <a:extLst>
              <a:ext uri="{FF2B5EF4-FFF2-40B4-BE49-F238E27FC236}">
                <a16:creationId xmlns:a16="http://schemas.microsoft.com/office/drawing/2014/main" id="{542473E6-0DFE-D5FD-E354-CF31B9C60261}"/>
              </a:ext>
            </a:extLst>
          </p:cNvPr>
          <p:cNvSpPr>
            <a:spLocks noGrp="1"/>
          </p:cNvSpPr>
          <p:nvPr>
            <p:ph idx="1"/>
          </p:nvPr>
        </p:nvSpPr>
        <p:spPr>
          <a:xfrm>
            <a:off x="838200" y="1825625"/>
            <a:ext cx="10515600" cy="4351338"/>
          </a:xfrm>
        </p:spPr>
        <p:txBody>
          <a:bodyPr/>
          <a:lstStyle/>
          <a:p>
            <a:r>
              <a:rPr lang="en-US"/>
              <a:t>Agent Identity</a:t>
            </a:r>
          </a:p>
          <a:p>
            <a:r>
              <a:rPr lang="en-US"/>
              <a:t>Durable Execution</a:t>
            </a:r>
          </a:p>
          <a:p>
            <a:r>
              <a:rPr lang="en-US"/>
              <a:t>Resilience</a:t>
            </a:r>
          </a:p>
          <a:p>
            <a:r>
              <a:rPr lang="en-US"/>
              <a:t>Scale and Efficiency</a:t>
            </a:r>
          </a:p>
          <a:p>
            <a:r>
              <a:rPr lang="es-ES"/>
              <a:t>Data-</a:t>
            </a:r>
            <a:r>
              <a:rPr lang="es-ES" err="1"/>
              <a:t>Driven</a:t>
            </a:r>
            <a:r>
              <a:rPr lang="es-ES"/>
              <a:t> </a:t>
            </a:r>
            <a:r>
              <a:rPr lang="es-ES" err="1"/>
              <a:t>Agents</a:t>
            </a:r>
            <a:endParaRPr lang="es-ES"/>
          </a:p>
          <a:p>
            <a:r>
              <a:rPr lang="es-ES"/>
              <a:t>Multi-</a:t>
            </a:r>
            <a:r>
              <a:rPr lang="es-ES" err="1"/>
              <a:t>Agent</a:t>
            </a:r>
            <a:r>
              <a:rPr lang="es-ES"/>
              <a:t> </a:t>
            </a:r>
            <a:r>
              <a:rPr lang="es-ES" err="1"/>
              <a:t>Systems</a:t>
            </a:r>
            <a:endParaRPr lang="es-ES"/>
          </a:p>
          <a:p>
            <a:r>
              <a:rPr lang="es-ES" err="1"/>
              <a:t>Vendor</a:t>
            </a:r>
            <a:r>
              <a:rPr lang="es-ES"/>
              <a:t>-Neutral &amp; Open </a:t>
            </a:r>
            <a:r>
              <a:rPr lang="es-ES" err="1"/>
              <a:t>Source</a:t>
            </a:r>
            <a:endParaRPr lang="es-ES"/>
          </a:p>
        </p:txBody>
      </p:sp>
    </p:spTree>
    <p:extLst>
      <p:ext uri="{BB962C8B-B14F-4D97-AF65-F5344CB8AC3E}">
        <p14:creationId xmlns:p14="http://schemas.microsoft.com/office/powerpoint/2010/main" val="264306040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9286A4-7CB5-F218-37C3-BCD0AC5185A0}"/>
            </a:ext>
          </a:extLst>
        </p:cNvPr>
        <p:cNvGrpSpPr/>
        <p:nvPr/>
      </p:nvGrpSpPr>
      <p:grpSpPr>
        <a:xfrm>
          <a:off x="0" y="0"/>
          <a:ext cx="0" cy="0"/>
          <a:chOff x="0" y="0"/>
          <a:chExt cx="0" cy="0"/>
        </a:xfrm>
      </p:grpSpPr>
      <p:sp>
        <p:nvSpPr>
          <p:cNvPr id="6" name="Title 1">
            <a:extLst>
              <a:ext uri="{FF2B5EF4-FFF2-40B4-BE49-F238E27FC236}">
                <a16:creationId xmlns:a16="http://schemas.microsoft.com/office/drawing/2014/main" id="{420A016B-721B-AACC-79A8-58639A509990}"/>
              </a:ext>
            </a:extLst>
          </p:cNvPr>
          <p:cNvSpPr>
            <a:spLocks noGrp="1"/>
          </p:cNvSpPr>
          <p:nvPr>
            <p:ph type="title"/>
          </p:nvPr>
        </p:nvSpPr>
        <p:spPr>
          <a:xfrm>
            <a:off x="838200" y="365125"/>
            <a:ext cx="10515600" cy="1325563"/>
          </a:xfrm>
        </p:spPr>
        <p:txBody>
          <a:bodyPr/>
          <a:lstStyle/>
          <a:p>
            <a:r>
              <a:rPr lang="en-GB"/>
              <a:t>Key Features</a:t>
            </a:r>
          </a:p>
        </p:txBody>
      </p:sp>
      <p:sp>
        <p:nvSpPr>
          <p:cNvPr id="9" name="Content Placeholder 2">
            <a:extLst>
              <a:ext uri="{FF2B5EF4-FFF2-40B4-BE49-F238E27FC236}">
                <a16:creationId xmlns:a16="http://schemas.microsoft.com/office/drawing/2014/main" id="{3EF08123-0BF6-BAB1-E7C9-640B7D622169}"/>
              </a:ext>
            </a:extLst>
          </p:cNvPr>
          <p:cNvSpPr>
            <a:spLocks noGrp="1"/>
          </p:cNvSpPr>
          <p:nvPr>
            <p:ph idx="1"/>
          </p:nvPr>
        </p:nvSpPr>
        <p:spPr>
          <a:xfrm>
            <a:off x="838200" y="1825625"/>
            <a:ext cx="10515600" cy="4351338"/>
          </a:xfrm>
        </p:spPr>
        <p:txBody>
          <a:bodyPr>
            <a:normAutofit/>
          </a:bodyPr>
          <a:lstStyle/>
          <a:p>
            <a:r>
              <a:rPr lang="en-US"/>
              <a:t>LLM Integration</a:t>
            </a:r>
          </a:p>
          <a:p>
            <a:r>
              <a:rPr lang="en-US"/>
              <a:t>Tool Selection</a:t>
            </a:r>
          </a:p>
          <a:p>
            <a:r>
              <a:rPr lang="en-US"/>
              <a:t>MCP Support</a:t>
            </a:r>
          </a:p>
          <a:p>
            <a:r>
              <a:rPr lang="es-ES" err="1"/>
              <a:t>Memory</a:t>
            </a:r>
            <a:r>
              <a:rPr lang="es-ES"/>
              <a:t> Management	</a:t>
            </a:r>
          </a:p>
          <a:p>
            <a:r>
              <a:rPr lang="es-ES"/>
              <a:t>Durable </a:t>
            </a:r>
            <a:r>
              <a:rPr lang="es-ES" err="1"/>
              <a:t>Agents</a:t>
            </a:r>
            <a:endParaRPr lang="es-ES"/>
          </a:p>
          <a:p>
            <a:r>
              <a:rPr lang="es-ES"/>
              <a:t>Event-</a:t>
            </a:r>
            <a:r>
              <a:rPr lang="es-ES" err="1"/>
              <a:t>Driven</a:t>
            </a:r>
            <a:r>
              <a:rPr lang="es-ES"/>
              <a:t> </a:t>
            </a:r>
            <a:r>
              <a:rPr lang="es-ES" err="1"/>
              <a:t>Communication</a:t>
            </a:r>
            <a:endParaRPr lang="es-ES"/>
          </a:p>
          <a:p>
            <a:r>
              <a:rPr lang="es-ES" err="1"/>
              <a:t>Agent</a:t>
            </a:r>
            <a:r>
              <a:rPr lang="es-ES"/>
              <a:t> </a:t>
            </a:r>
            <a:r>
              <a:rPr lang="es-ES" err="1"/>
              <a:t>Orchestration</a:t>
            </a:r>
            <a:endParaRPr lang="es-ES"/>
          </a:p>
        </p:txBody>
      </p:sp>
    </p:spTree>
    <p:extLst>
      <p:ext uri="{BB962C8B-B14F-4D97-AF65-F5344CB8AC3E}">
        <p14:creationId xmlns:p14="http://schemas.microsoft.com/office/powerpoint/2010/main" val="66965403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18945C-6BE9-4947-4E06-133408AB47C0}"/>
            </a:ext>
          </a:extLst>
        </p:cNvPr>
        <p:cNvGrpSpPr/>
        <p:nvPr/>
      </p:nvGrpSpPr>
      <p:grpSpPr>
        <a:xfrm>
          <a:off x="0" y="0"/>
          <a:ext cx="0" cy="0"/>
          <a:chOff x="0" y="0"/>
          <a:chExt cx="0" cy="0"/>
        </a:xfrm>
      </p:grpSpPr>
      <p:sp>
        <p:nvSpPr>
          <p:cNvPr id="6" name="Title 1">
            <a:extLst>
              <a:ext uri="{FF2B5EF4-FFF2-40B4-BE49-F238E27FC236}">
                <a16:creationId xmlns:a16="http://schemas.microsoft.com/office/drawing/2014/main" id="{656C04F2-D7EC-4C61-EA55-F8FE96124B55}"/>
              </a:ext>
            </a:extLst>
          </p:cNvPr>
          <p:cNvSpPr>
            <a:spLocks noGrp="1"/>
          </p:cNvSpPr>
          <p:nvPr>
            <p:ph type="title"/>
          </p:nvPr>
        </p:nvSpPr>
        <p:spPr>
          <a:xfrm>
            <a:off x="838200" y="365125"/>
            <a:ext cx="10515600" cy="1325563"/>
          </a:xfrm>
        </p:spPr>
        <p:txBody>
          <a:bodyPr/>
          <a:lstStyle/>
          <a:p>
            <a:r>
              <a:rPr lang="en-GB"/>
              <a:t>LLM Integration</a:t>
            </a:r>
          </a:p>
        </p:txBody>
      </p:sp>
      <p:pic>
        <p:nvPicPr>
          <p:cNvPr id="2050" name="Picture 2" descr="Dapr Conversation API Concept">
            <a:extLst>
              <a:ext uri="{FF2B5EF4-FFF2-40B4-BE49-F238E27FC236}">
                <a16:creationId xmlns:a16="http://schemas.microsoft.com/office/drawing/2014/main" id="{D3934940-DBE6-59B6-67AB-51A8A841E8F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92822" y="1440612"/>
            <a:ext cx="11033838" cy="513292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739463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90BE20-6839-91FF-25F4-3F5136447474}"/>
            </a:ext>
          </a:extLst>
        </p:cNvPr>
        <p:cNvGrpSpPr/>
        <p:nvPr/>
      </p:nvGrpSpPr>
      <p:grpSpPr>
        <a:xfrm>
          <a:off x="0" y="0"/>
          <a:ext cx="0" cy="0"/>
          <a:chOff x="0" y="0"/>
          <a:chExt cx="0" cy="0"/>
        </a:xfrm>
      </p:grpSpPr>
      <p:sp>
        <p:nvSpPr>
          <p:cNvPr id="6" name="Title 1">
            <a:extLst>
              <a:ext uri="{FF2B5EF4-FFF2-40B4-BE49-F238E27FC236}">
                <a16:creationId xmlns:a16="http://schemas.microsoft.com/office/drawing/2014/main" id="{F57A73F7-A83C-86DB-D91C-B4C717CE8802}"/>
              </a:ext>
            </a:extLst>
          </p:cNvPr>
          <p:cNvSpPr>
            <a:spLocks noGrp="1"/>
          </p:cNvSpPr>
          <p:nvPr>
            <p:ph type="title"/>
          </p:nvPr>
        </p:nvSpPr>
        <p:spPr>
          <a:xfrm>
            <a:off x="838200" y="365125"/>
            <a:ext cx="10515600" cy="1325563"/>
          </a:xfrm>
        </p:spPr>
        <p:txBody>
          <a:bodyPr/>
          <a:lstStyle/>
          <a:p>
            <a:r>
              <a:rPr lang="en-GB"/>
              <a:t>LLM Integration</a:t>
            </a:r>
          </a:p>
        </p:txBody>
      </p:sp>
      <p:sp>
        <p:nvSpPr>
          <p:cNvPr id="3" name="TextBox 2">
            <a:extLst>
              <a:ext uri="{FF2B5EF4-FFF2-40B4-BE49-F238E27FC236}">
                <a16:creationId xmlns:a16="http://schemas.microsoft.com/office/drawing/2014/main" id="{42D6B97F-AA5A-9F4F-7BEE-85F2C9C8B6DF}"/>
              </a:ext>
            </a:extLst>
          </p:cNvPr>
          <p:cNvSpPr txBox="1"/>
          <p:nvPr/>
        </p:nvSpPr>
        <p:spPr>
          <a:xfrm>
            <a:off x="776377" y="1505678"/>
            <a:ext cx="10921042" cy="4247317"/>
          </a:xfrm>
          <a:prstGeom prst="rect">
            <a:avLst/>
          </a:prstGeom>
          <a:noFill/>
        </p:spPr>
        <p:txBody>
          <a:bodyPr wrap="square">
            <a:spAutoFit/>
          </a:bodyPr>
          <a:lstStyle/>
          <a:p>
            <a:pPr marL="285750" indent="-285750" algn="l">
              <a:buFont typeface="Arial" panose="020B0604020202020204" pitchFamily="34" charset="0"/>
              <a:buChar char="•"/>
            </a:pPr>
            <a:r>
              <a:rPr lang="en-US" b="1" i="0">
                <a:solidFill>
                  <a:srgbClr val="D4D4D4"/>
                </a:solidFill>
                <a:effectLst/>
                <a:latin typeface="Lufga" panose="020B0604020202020204" charset="0"/>
              </a:rPr>
              <a:t>Provider Flexibility</a:t>
            </a:r>
            <a:r>
              <a:rPr lang="en-US" b="0" i="0">
                <a:solidFill>
                  <a:srgbClr val="D4D4D4"/>
                </a:solidFill>
                <a:effectLst/>
                <a:latin typeface="Lufga" panose="020B0604020202020204" charset="0"/>
              </a:rPr>
              <a:t>: Switch between different LLM providers (OpenAI, Anthropic, Azure, etc.) by simply changing component configuration, without modifying your code.</a:t>
            </a:r>
          </a:p>
          <a:p>
            <a:pPr marL="285750" indent="-285750" algn="l">
              <a:buFont typeface="Arial" panose="020B0604020202020204" pitchFamily="34" charset="0"/>
              <a:buChar char="•"/>
            </a:pPr>
            <a:endParaRPr lang="en-US" b="0" i="0">
              <a:solidFill>
                <a:srgbClr val="D4D4D4"/>
              </a:solidFill>
              <a:effectLst/>
              <a:latin typeface="Lufga" panose="020B0604020202020204" charset="0"/>
            </a:endParaRPr>
          </a:p>
          <a:p>
            <a:pPr marL="285750" indent="-285750" algn="l">
              <a:buFont typeface="Arial" panose="020B0604020202020204" pitchFamily="34" charset="0"/>
              <a:buChar char="•"/>
            </a:pPr>
            <a:r>
              <a:rPr lang="en-US" b="1" i="0">
                <a:solidFill>
                  <a:srgbClr val="D4D4D4"/>
                </a:solidFill>
                <a:effectLst/>
                <a:latin typeface="Lufga" panose="020B0604020202020204" charset="0"/>
              </a:rPr>
              <a:t>Caching</a:t>
            </a:r>
            <a:r>
              <a:rPr lang="en-US" b="0" i="0">
                <a:solidFill>
                  <a:srgbClr val="D4D4D4"/>
                </a:solidFill>
                <a:effectLst/>
                <a:latin typeface="Lufga" panose="020B0604020202020204" charset="0"/>
              </a:rPr>
              <a:t>: </a:t>
            </a:r>
            <a:r>
              <a:rPr lang="en-US" b="0" i="0" err="1">
                <a:solidFill>
                  <a:srgbClr val="D4D4D4"/>
                </a:solidFill>
                <a:effectLst/>
                <a:latin typeface="Lufga" panose="020B0604020202020204" charset="0"/>
              </a:rPr>
              <a:t>Dapr</a:t>
            </a:r>
            <a:r>
              <a:rPr lang="en-US" b="0" i="0">
                <a:solidFill>
                  <a:srgbClr val="D4D4D4"/>
                </a:solidFill>
                <a:effectLst/>
                <a:latin typeface="Lufga" panose="020B0604020202020204" charset="0"/>
              </a:rPr>
              <a:t> can cache responses for identical prompts, reducing costs and latency.</a:t>
            </a:r>
          </a:p>
          <a:p>
            <a:pPr marL="285750" indent="-285750" algn="l">
              <a:buFont typeface="Arial" panose="020B0604020202020204" pitchFamily="34" charset="0"/>
              <a:buChar char="•"/>
            </a:pPr>
            <a:endParaRPr lang="en-US" b="0" i="0">
              <a:solidFill>
                <a:srgbClr val="D4D4D4"/>
              </a:solidFill>
              <a:effectLst/>
              <a:latin typeface="Lufga" panose="020B0604020202020204" charset="0"/>
            </a:endParaRPr>
          </a:p>
          <a:p>
            <a:pPr marL="285750" indent="-285750" algn="l">
              <a:buFont typeface="Arial" panose="020B0604020202020204" pitchFamily="34" charset="0"/>
              <a:buChar char="•"/>
            </a:pPr>
            <a:r>
              <a:rPr lang="en-US" b="1" i="0">
                <a:solidFill>
                  <a:srgbClr val="D4D4D4"/>
                </a:solidFill>
                <a:effectLst/>
                <a:latin typeface="Lufga" panose="020B0604020202020204" charset="0"/>
              </a:rPr>
              <a:t>PII Obfuscation</a:t>
            </a:r>
            <a:r>
              <a:rPr lang="en-US" b="0" i="0">
                <a:solidFill>
                  <a:srgbClr val="D4D4D4"/>
                </a:solidFill>
                <a:effectLst/>
                <a:latin typeface="Lufga" panose="020B0604020202020204" charset="0"/>
              </a:rPr>
              <a:t>: Personal identifiable information (such as phone number, email address, social security number, </a:t>
            </a:r>
            <a:r>
              <a:rPr lang="en-US" b="0" i="0" err="1">
                <a:solidFill>
                  <a:srgbClr val="D4D4D4"/>
                </a:solidFill>
                <a:effectLst/>
                <a:latin typeface="Lufga" panose="020B0604020202020204" charset="0"/>
              </a:rPr>
              <a:t>etc</a:t>
            </a:r>
            <a:r>
              <a:rPr lang="en-US" b="0" i="0">
                <a:solidFill>
                  <a:srgbClr val="D4D4D4"/>
                </a:solidFill>
                <a:effectLst/>
                <a:latin typeface="Lufga" panose="020B0604020202020204" charset="0"/>
              </a:rPr>
              <a:t>) can be automatically removed from prompts and responses.</a:t>
            </a:r>
          </a:p>
          <a:p>
            <a:pPr marL="285750" indent="-285750" algn="l">
              <a:buFont typeface="Arial" panose="020B0604020202020204" pitchFamily="34" charset="0"/>
              <a:buChar char="•"/>
            </a:pPr>
            <a:endParaRPr lang="en-US" b="0" i="0">
              <a:solidFill>
                <a:srgbClr val="D4D4D4"/>
              </a:solidFill>
              <a:effectLst/>
              <a:latin typeface="Lufga" panose="020B0604020202020204" charset="0"/>
            </a:endParaRPr>
          </a:p>
          <a:p>
            <a:pPr marL="285750" indent="-285750" algn="l">
              <a:buFont typeface="Arial" panose="020B0604020202020204" pitchFamily="34" charset="0"/>
              <a:buChar char="•"/>
            </a:pPr>
            <a:r>
              <a:rPr lang="en-US" b="1" i="0">
                <a:solidFill>
                  <a:srgbClr val="D4D4D4"/>
                </a:solidFill>
                <a:effectLst/>
                <a:latin typeface="Lufga" panose="020B0604020202020204" charset="0"/>
              </a:rPr>
              <a:t>Resiliency</a:t>
            </a:r>
            <a:r>
              <a:rPr lang="en-US" b="0" i="0">
                <a:solidFill>
                  <a:srgbClr val="D4D4D4"/>
                </a:solidFill>
                <a:effectLst/>
                <a:latin typeface="Lufga" panose="020B0604020202020204" charset="0"/>
              </a:rPr>
              <a:t>: Built-in or custom-defined retry policies, timeouts, and circuit breakers make your applications more robust against LLM service outages.</a:t>
            </a:r>
          </a:p>
          <a:p>
            <a:pPr marL="285750" indent="-285750" algn="l">
              <a:buFont typeface="Arial" panose="020B0604020202020204" pitchFamily="34" charset="0"/>
              <a:buChar char="•"/>
            </a:pPr>
            <a:endParaRPr lang="en-US" b="0" i="0">
              <a:solidFill>
                <a:srgbClr val="D4D4D4"/>
              </a:solidFill>
              <a:effectLst/>
              <a:latin typeface="Lufga" panose="020B0604020202020204" charset="0"/>
            </a:endParaRPr>
          </a:p>
          <a:p>
            <a:pPr marL="285750" indent="-285750" algn="l">
              <a:buFont typeface="Arial" panose="020B0604020202020204" pitchFamily="34" charset="0"/>
              <a:buChar char="•"/>
            </a:pPr>
            <a:r>
              <a:rPr lang="en-US" b="1" i="0">
                <a:solidFill>
                  <a:srgbClr val="D4D4D4"/>
                </a:solidFill>
                <a:effectLst/>
                <a:latin typeface="Lufga" panose="020B0604020202020204" charset="0"/>
              </a:rPr>
              <a:t>Tracing</a:t>
            </a:r>
            <a:r>
              <a:rPr lang="en-US" b="0" i="0">
                <a:solidFill>
                  <a:srgbClr val="D4D4D4"/>
                </a:solidFill>
                <a:effectLst/>
                <a:latin typeface="Lufga" panose="020B0604020202020204" charset="0"/>
              </a:rPr>
              <a:t>: </a:t>
            </a:r>
            <a:r>
              <a:rPr lang="en-US" b="0" i="0" err="1">
                <a:solidFill>
                  <a:srgbClr val="D4D4D4"/>
                </a:solidFill>
                <a:effectLst/>
                <a:latin typeface="Lufga" panose="020B0604020202020204" charset="0"/>
              </a:rPr>
              <a:t>Dapr's</a:t>
            </a:r>
            <a:r>
              <a:rPr lang="en-US" b="0" i="0">
                <a:solidFill>
                  <a:srgbClr val="D4D4D4"/>
                </a:solidFill>
                <a:effectLst/>
                <a:latin typeface="Lufga" panose="020B0604020202020204" charset="0"/>
              </a:rPr>
              <a:t> observability features help you monitor and debug LLM interactions.</a:t>
            </a:r>
          </a:p>
          <a:p>
            <a:pPr marL="285750" indent="-285750" algn="l">
              <a:buFont typeface="Arial" panose="020B0604020202020204" pitchFamily="34" charset="0"/>
              <a:buChar char="•"/>
            </a:pPr>
            <a:endParaRPr lang="en-US" b="0" i="0">
              <a:solidFill>
                <a:srgbClr val="D4D4D4"/>
              </a:solidFill>
              <a:effectLst/>
              <a:latin typeface="Lufga" panose="020B0604020202020204" charset="0"/>
            </a:endParaRPr>
          </a:p>
          <a:p>
            <a:pPr marL="285750" indent="-285750" algn="l">
              <a:buFont typeface="Arial" panose="020B0604020202020204" pitchFamily="34" charset="0"/>
              <a:buChar char="•"/>
            </a:pPr>
            <a:r>
              <a:rPr lang="en-US" b="1" i="0">
                <a:solidFill>
                  <a:srgbClr val="D4D4D4"/>
                </a:solidFill>
                <a:effectLst/>
                <a:latin typeface="Lufga" panose="020B0604020202020204" charset="0"/>
              </a:rPr>
              <a:t>Secret Management</a:t>
            </a:r>
            <a:r>
              <a:rPr lang="en-US" b="0" i="0">
                <a:solidFill>
                  <a:srgbClr val="D4D4D4"/>
                </a:solidFill>
                <a:effectLst/>
                <a:latin typeface="Lufga" panose="020B0604020202020204" charset="0"/>
              </a:rPr>
              <a:t>: API keys can be securely retrieved through </a:t>
            </a:r>
            <a:r>
              <a:rPr lang="en-US" b="0" i="0" err="1">
                <a:solidFill>
                  <a:srgbClr val="D4D4D4"/>
                </a:solidFill>
                <a:effectLst/>
                <a:latin typeface="Lufga" panose="020B0604020202020204" charset="0"/>
              </a:rPr>
              <a:t>Dapr's</a:t>
            </a:r>
            <a:r>
              <a:rPr lang="en-US" b="0" i="0">
                <a:solidFill>
                  <a:srgbClr val="D4D4D4"/>
                </a:solidFill>
                <a:effectLst/>
                <a:latin typeface="Lufga" panose="020B0604020202020204" charset="0"/>
              </a:rPr>
              <a:t> secret store rather than in the application or component code.</a:t>
            </a:r>
          </a:p>
        </p:txBody>
      </p:sp>
    </p:spTree>
    <p:extLst>
      <p:ext uri="{BB962C8B-B14F-4D97-AF65-F5344CB8AC3E}">
        <p14:creationId xmlns:p14="http://schemas.microsoft.com/office/powerpoint/2010/main" val="293270935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34E28A-9E52-5CA4-6D1F-BF610F085488}"/>
            </a:ext>
          </a:extLst>
        </p:cNvPr>
        <p:cNvGrpSpPr/>
        <p:nvPr/>
      </p:nvGrpSpPr>
      <p:grpSpPr>
        <a:xfrm>
          <a:off x="0" y="0"/>
          <a:ext cx="0" cy="0"/>
          <a:chOff x="0" y="0"/>
          <a:chExt cx="0" cy="0"/>
        </a:xfrm>
      </p:grpSpPr>
      <p:sp>
        <p:nvSpPr>
          <p:cNvPr id="6" name="Title 1">
            <a:extLst>
              <a:ext uri="{FF2B5EF4-FFF2-40B4-BE49-F238E27FC236}">
                <a16:creationId xmlns:a16="http://schemas.microsoft.com/office/drawing/2014/main" id="{22A47C7F-E7B8-730C-9E54-DE08E9786E95}"/>
              </a:ext>
            </a:extLst>
          </p:cNvPr>
          <p:cNvSpPr>
            <a:spLocks noGrp="1"/>
          </p:cNvSpPr>
          <p:nvPr>
            <p:ph type="title"/>
          </p:nvPr>
        </p:nvSpPr>
        <p:spPr>
          <a:xfrm>
            <a:off x="838200" y="365125"/>
            <a:ext cx="10515600" cy="1325563"/>
          </a:xfrm>
        </p:spPr>
        <p:txBody>
          <a:bodyPr/>
          <a:lstStyle/>
          <a:p>
            <a:r>
              <a:rPr lang="en-GB"/>
              <a:t>Tool Selection/Calling</a:t>
            </a:r>
          </a:p>
        </p:txBody>
      </p:sp>
      <p:pic>
        <p:nvPicPr>
          <p:cNvPr id="2" name="Picture 2" descr="Tool Call Flow">
            <a:extLst>
              <a:ext uri="{FF2B5EF4-FFF2-40B4-BE49-F238E27FC236}">
                <a16:creationId xmlns:a16="http://schemas.microsoft.com/office/drawing/2014/main" id="{55AE2E71-2F7F-3469-6EE8-19F2FCC2D1D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61049" y="1453880"/>
            <a:ext cx="8574657" cy="530163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2718097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A6073E-F26C-AB4F-2C6F-6799E3CCC185}"/>
            </a:ext>
          </a:extLst>
        </p:cNvPr>
        <p:cNvGrpSpPr/>
        <p:nvPr/>
      </p:nvGrpSpPr>
      <p:grpSpPr>
        <a:xfrm>
          <a:off x="0" y="0"/>
          <a:ext cx="0" cy="0"/>
          <a:chOff x="0" y="0"/>
          <a:chExt cx="0" cy="0"/>
        </a:xfrm>
      </p:grpSpPr>
      <p:sp>
        <p:nvSpPr>
          <p:cNvPr id="6" name="Title 1">
            <a:extLst>
              <a:ext uri="{FF2B5EF4-FFF2-40B4-BE49-F238E27FC236}">
                <a16:creationId xmlns:a16="http://schemas.microsoft.com/office/drawing/2014/main" id="{F9C97D54-DCDD-61B7-30C7-EFC0D55C8789}"/>
              </a:ext>
            </a:extLst>
          </p:cNvPr>
          <p:cNvSpPr>
            <a:spLocks noGrp="1"/>
          </p:cNvSpPr>
          <p:nvPr>
            <p:ph type="title"/>
          </p:nvPr>
        </p:nvSpPr>
        <p:spPr>
          <a:xfrm>
            <a:off x="838200" y="365125"/>
            <a:ext cx="10515600" cy="1325563"/>
          </a:xfrm>
        </p:spPr>
        <p:txBody>
          <a:bodyPr/>
          <a:lstStyle/>
          <a:p>
            <a:r>
              <a:rPr lang="en-GB"/>
              <a:t>MCP Support</a:t>
            </a:r>
          </a:p>
        </p:txBody>
      </p:sp>
      <p:sp>
        <p:nvSpPr>
          <p:cNvPr id="4" name="TextBox 3">
            <a:extLst>
              <a:ext uri="{FF2B5EF4-FFF2-40B4-BE49-F238E27FC236}">
                <a16:creationId xmlns:a16="http://schemas.microsoft.com/office/drawing/2014/main" id="{2EC34209-921E-F888-4328-E3A84210641D}"/>
              </a:ext>
            </a:extLst>
          </p:cNvPr>
          <p:cNvSpPr txBox="1"/>
          <p:nvPr/>
        </p:nvSpPr>
        <p:spPr>
          <a:xfrm>
            <a:off x="838200" y="1475985"/>
            <a:ext cx="10515600" cy="5078313"/>
          </a:xfrm>
          <a:prstGeom prst="rect">
            <a:avLst/>
          </a:prstGeom>
          <a:noFill/>
        </p:spPr>
        <p:txBody>
          <a:bodyPr wrap="square">
            <a:spAutoFit/>
          </a:bodyPr>
          <a:lstStyle/>
          <a:p>
            <a:pPr algn="l"/>
            <a:r>
              <a:rPr lang="en-US" b="1" i="0">
                <a:solidFill>
                  <a:srgbClr val="FFFFFF"/>
                </a:solidFill>
                <a:effectLst/>
                <a:latin typeface="Lufga" panose="020B0604020202020204" charset="0"/>
              </a:rPr>
              <a:t>What is MCP?</a:t>
            </a:r>
          </a:p>
          <a:p>
            <a:pPr marL="342900" indent="-342900" algn="l">
              <a:buAutoNum type="arabicPeriod"/>
            </a:pPr>
            <a:endParaRPr lang="en-US" b="1" i="0">
              <a:solidFill>
                <a:srgbClr val="FFFFFF"/>
              </a:solidFill>
              <a:effectLst/>
              <a:latin typeface="Lufga" panose="020B0604020202020204" charset="0"/>
            </a:endParaRPr>
          </a:p>
          <a:p>
            <a:pPr algn="l">
              <a:buNone/>
            </a:pPr>
            <a:r>
              <a:rPr lang="en-US" b="0" i="0">
                <a:solidFill>
                  <a:srgbClr val="D4D4D4"/>
                </a:solidFill>
                <a:effectLst/>
                <a:latin typeface="Lufga" panose="020B0604020202020204" charset="0"/>
              </a:rPr>
              <a:t>The </a:t>
            </a:r>
            <a:r>
              <a:rPr lang="en-US" b="1" i="0">
                <a:solidFill>
                  <a:srgbClr val="D4D4D4"/>
                </a:solidFill>
                <a:effectLst/>
                <a:latin typeface="Lufga" panose="020B0604020202020204" charset="0"/>
              </a:rPr>
              <a:t>Model Context Protocol (MCP)</a:t>
            </a:r>
            <a:r>
              <a:rPr lang="en-US" b="0" i="0">
                <a:solidFill>
                  <a:srgbClr val="D4D4D4"/>
                </a:solidFill>
                <a:effectLst/>
                <a:latin typeface="Lufga" panose="020B0604020202020204" charset="0"/>
              </a:rPr>
              <a:t> is a standard for connecting AI agents to external tools and systems. MCP allows agents to:</a:t>
            </a:r>
          </a:p>
          <a:p>
            <a:pPr marL="285750" indent="-285750" algn="l">
              <a:buFont typeface="Arial" panose="020B0604020202020204" pitchFamily="34" charset="0"/>
              <a:buChar char="•"/>
            </a:pPr>
            <a:r>
              <a:rPr lang="en-US" b="0" i="0">
                <a:solidFill>
                  <a:srgbClr val="D4D4D4"/>
                </a:solidFill>
                <a:effectLst/>
                <a:latin typeface="Lufga" panose="020B0604020202020204" charset="0"/>
              </a:rPr>
              <a:t>Discover and use tools provided by other processes or services</a:t>
            </a:r>
          </a:p>
          <a:p>
            <a:pPr marL="285750" indent="-285750" algn="l">
              <a:buFont typeface="Arial" panose="020B0604020202020204" pitchFamily="34" charset="0"/>
              <a:buChar char="•"/>
            </a:pPr>
            <a:r>
              <a:rPr lang="en-US" b="0" i="0">
                <a:solidFill>
                  <a:srgbClr val="D4D4D4"/>
                </a:solidFill>
                <a:effectLst/>
                <a:latin typeface="Lufga" panose="020B0604020202020204" charset="0"/>
              </a:rPr>
              <a:t>Communicate with tools over different transports (local or networked)</a:t>
            </a:r>
          </a:p>
          <a:p>
            <a:pPr marL="285750" indent="-285750" algn="l">
              <a:buFont typeface="Arial" panose="020B0604020202020204" pitchFamily="34" charset="0"/>
              <a:buChar char="•"/>
            </a:pPr>
            <a:r>
              <a:rPr lang="en-US" b="0" i="0">
                <a:solidFill>
                  <a:srgbClr val="D4D4D4"/>
                </a:solidFill>
                <a:effectLst/>
                <a:latin typeface="Lufga" panose="020B0604020202020204" charset="0"/>
              </a:rPr>
              <a:t>Integrate with databases, APIs, scripts, and more</a:t>
            </a:r>
          </a:p>
          <a:p>
            <a:pPr algn="l">
              <a:buNone/>
            </a:pPr>
            <a:endParaRPr lang="en-US" b="0" i="0">
              <a:solidFill>
                <a:srgbClr val="D4D4D4"/>
              </a:solidFill>
              <a:effectLst/>
              <a:latin typeface="Lufga" panose="020B0604020202020204" charset="0"/>
            </a:endParaRPr>
          </a:p>
          <a:p>
            <a:pPr algn="l">
              <a:buNone/>
            </a:pPr>
            <a:r>
              <a:rPr lang="en-US" b="1" i="0">
                <a:solidFill>
                  <a:srgbClr val="FFFFFF"/>
                </a:solidFill>
                <a:effectLst/>
                <a:latin typeface="Lufga" panose="020B0604020202020204" charset="0"/>
              </a:rPr>
              <a:t>Key Concepts</a:t>
            </a:r>
          </a:p>
          <a:p>
            <a:pPr algn="l">
              <a:buNone/>
            </a:pPr>
            <a:r>
              <a:rPr lang="en-US" b="0" i="0">
                <a:solidFill>
                  <a:srgbClr val="D4D4D4"/>
                </a:solidFill>
                <a:effectLst/>
                <a:latin typeface="Lufga" panose="020B0604020202020204" charset="0"/>
              </a:rPr>
              <a:t>Before diving into the code, let's cover the key concepts:</a:t>
            </a:r>
          </a:p>
          <a:p>
            <a:pPr algn="l">
              <a:buFont typeface="Arial" panose="020B0604020202020204" pitchFamily="34" charset="0"/>
              <a:buChar char="•"/>
            </a:pPr>
            <a:r>
              <a:rPr lang="en-US" b="1" i="0">
                <a:solidFill>
                  <a:srgbClr val="D4D4D4"/>
                </a:solidFill>
                <a:effectLst/>
                <a:latin typeface="Lufga" panose="020B0604020202020204" charset="0"/>
              </a:rPr>
              <a:t>MCP Server</a:t>
            </a:r>
            <a:r>
              <a:rPr lang="en-US" b="0" i="0">
                <a:solidFill>
                  <a:srgbClr val="D4D4D4"/>
                </a:solidFill>
                <a:effectLst/>
                <a:latin typeface="Lufga" panose="020B0604020202020204" charset="0"/>
              </a:rPr>
              <a:t>: A process that exposes tools using the MCP protocol. This could be a script, a database connector, or any service that implements MCP.</a:t>
            </a:r>
          </a:p>
          <a:p>
            <a:pPr algn="l">
              <a:buFont typeface="Arial" panose="020B0604020202020204" pitchFamily="34" charset="0"/>
              <a:buChar char="•"/>
            </a:pPr>
            <a:r>
              <a:rPr lang="en-US" b="1" i="0">
                <a:solidFill>
                  <a:srgbClr val="D4D4D4"/>
                </a:solidFill>
                <a:effectLst/>
                <a:latin typeface="Lufga" panose="020B0604020202020204" charset="0"/>
              </a:rPr>
              <a:t>MCP Client</a:t>
            </a:r>
            <a:r>
              <a:rPr lang="en-US" b="0" i="0">
                <a:solidFill>
                  <a:srgbClr val="D4D4D4"/>
                </a:solidFill>
                <a:effectLst/>
                <a:latin typeface="Lufga" panose="020B0604020202020204" charset="0"/>
              </a:rPr>
              <a:t>: A component that connects to an MCP server, discovers its tools and makes them available to agents.</a:t>
            </a:r>
          </a:p>
          <a:p>
            <a:pPr algn="l">
              <a:buFont typeface="Arial" panose="020B0604020202020204" pitchFamily="34" charset="0"/>
              <a:buChar char="•"/>
            </a:pPr>
            <a:r>
              <a:rPr lang="en-US" b="1" i="0">
                <a:solidFill>
                  <a:srgbClr val="D4D4D4"/>
                </a:solidFill>
                <a:effectLst/>
                <a:latin typeface="Lufga" panose="020B0604020202020204" charset="0"/>
              </a:rPr>
              <a:t>Transports</a:t>
            </a:r>
            <a:r>
              <a:rPr lang="en-US" b="0" i="0">
                <a:solidFill>
                  <a:srgbClr val="D4D4D4"/>
                </a:solidFill>
                <a:effectLst/>
                <a:latin typeface="Lufga" panose="020B0604020202020204" charset="0"/>
              </a:rPr>
              <a:t>: MCP supports multiple ways to connect:</a:t>
            </a:r>
          </a:p>
          <a:p>
            <a:pPr marL="742950" lvl="1" indent="-285750" algn="l">
              <a:buFont typeface="Arial" panose="020B0604020202020204" pitchFamily="34" charset="0"/>
              <a:buChar char="•"/>
            </a:pPr>
            <a:r>
              <a:rPr lang="en-US" b="1" i="0">
                <a:solidFill>
                  <a:srgbClr val="D4D4D4"/>
                </a:solidFill>
                <a:effectLst/>
                <a:latin typeface="Lufga" panose="020B0604020202020204" charset="0"/>
              </a:rPr>
              <a:t>STDIO</a:t>
            </a:r>
            <a:r>
              <a:rPr lang="en-US" b="0" i="0">
                <a:solidFill>
                  <a:srgbClr val="D4D4D4"/>
                </a:solidFill>
                <a:effectLst/>
                <a:latin typeface="Lufga" panose="020B0604020202020204" charset="0"/>
              </a:rPr>
              <a:t>: Communicates over standard input/output (local subprocess, no network needed). Great for local development and testing.</a:t>
            </a:r>
          </a:p>
          <a:p>
            <a:pPr marL="742950" lvl="1" indent="-285750" algn="l">
              <a:buFont typeface="Arial" panose="020B0604020202020204" pitchFamily="34" charset="0"/>
              <a:buChar char="•"/>
            </a:pPr>
            <a:r>
              <a:rPr lang="en-US" b="1" i="0">
                <a:solidFill>
                  <a:srgbClr val="D4D4D4"/>
                </a:solidFill>
                <a:effectLst/>
                <a:latin typeface="Lufga" panose="020B0604020202020204" charset="0"/>
              </a:rPr>
              <a:t>SSE (Server-Sent Events)</a:t>
            </a:r>
            <a:r>
              <a:rPr lang="en-US" b="0" i="0">
                <a:solidFill>
                  <a:srgbClr val="D4D4D4"/>
                </a:solidFill>
                <a:effectLst/>
                <a:latin typeface="Lufga" panose="020B0604020202020204" charset="0"/>
              </a:rPr>
              <a:t>: Communicates over HTTP for distributed or networked tools.</a:t>
            </a:r>
          </a:p>
        </p:txBody>
      </p:sp>
    </p:spTree>
    <p:extLst>
      <p:ext uri="{BB962C8B-B14F-4D97-AF65-F5344CB8AC3E}">
        <p14:creationId xmlns:p14="http://schemas.microsoft.com/office/powerpoint/2010/main" val="192085753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3FA6C5-BB76-31C2-CA33-82DEE0FC00CB}"/>
            </a:ext>
          </a:extLst>
        </p:cNvPr>
        <p:cNvGrpSpPr/>
        <p:nvPr/>
      </p:nvGrpSpPr>
      <p:grpSpPr>
        <a:xfrm>
          <a:off x="0" y="0"/>
          <a:ext cx="0" cy="0"/>
          <a:chOff x="0" y="0"/>
          <a:chExt cx="0" cy="0"/>
        </a:xfrm>
      </p:grpSpPr>
      <p:sp>
        <p:nvSpPr>
          <p:cNvPr id="6" name="Title 1">
            <a:extLst>
              <a:ext uri="{FF2B5EF4-FFF2-40B4-BE49-F238E27FC236}">
                <a16:creationId xmlns:a16="http://schemas.microsoft.com/office/drawing/2014/main" id="{B49F2E7F-6315-D018-01C1-9A2447A95DAD}"/>
              </a:ext>
            </a:extLst>
          </p:cNvPr>
          <p:cNvSpPr>
            <a:spLocks noGrp="1"/>
          </p:cNvSpPr>
          <p:nvPr>
            <p:ph type="title"/>
          </p:nvPr>
        </p:nvSpPr>
        <p:spPr>
          <a:xfrm>
            <a:off x="838200" y="365125"/>
            <a:ext cx="10515600" cy="1325563"/>
          </a:xfrm>
        </p:spPr>
        <p:txBody>
          <a:bodyPr/>
          <a:lstStyle/>
          <a:p>
            <a:r>
              <a:rPr lang="en-GB"/>
              <a:t>MCP Support</a:t>
            </a:r>
          </a:p>
        </p:txBody>
      </p:sp>
      <p:sp>
        <p:nvSpPr>
          <p:cNvPr id="4" name="TextBox 3">
            <a:extLst>
              <a:ext uri="{FF2B5EF4-FFF2-40B4-BE49-F238E27FC236}">
                <a16:creationId xmlns:a16="http://schemas.microsoft.com/office/drawing/2014/main" id="{3E45DBFD-F874-FB3E-402C-FF6AF6357B62}"/>
              </a:ext>
            </a:extLst>
          </p:cNvPr>
          <p:cNvSpPr txBox="1"/>
          <p:nvPr/>
        </p:nvSpPr>
        <p:spPr>
          <a:xfrm>
            <a:off x="838200" y="1475985"/>
            <a:ext cx="10515600" cy="2585323"/>
          </a:xfrm>
          <a:prstGeom prst="rect">
            <a:avLst/>
          </a:prstGeom>
          <a:noFill/>
        </p:spPr>
        <p:txBody>
          <a:bodyPr wrap="square">
            <a:spAutoFit/>
          </a:bodyPr>
          <a:lstStyle/>
          <a:p>
            <a:pPr marL="285750" indent="-285750">
              <a:buFont typeface="Arial" panose="020B0604020202020204" pitchFamily="34" charset="0"/>
              <a:buChar char="•"/>
            </a:pPr>
            <a:r>
              <a:rPr lang="en-US">
                <a:solidFill>
                  <a:srgbClr val="D4D4D4"/>
                </a:solidFill>
                <a:latin typeface="Lufga" panose="020B0604020202020204" charset="0"/>
              </a:rPr>
              <a:t>Agents dynamically select the appropriate tool for a given task, using LLMs to analyze requirements and choose the best action. This is supported directly through LLM parametric knowledge and enhanced by Function Calling, ensuring tools are invoked efficiently and accurately.</a:t>
            </a:r>
          </a:p>
          <a:p>
            <a:pPr marL="285750" indent="-285750">
              <a:buFont typeface="Arial" panose="020B0604020202020204" pitchFamily="34" charset="0"/>
              <a:buChar char="•"/>
            </a:pPr>
            <a:endParaRPr lang="en-US">
              <a:solidFill>
                <a:srgbClr val="D4D4D4"/>
              </a:solidFill>
              <a:latin typeface="Lufga" panose="020B0604020202020204" charset="0"/>
            </a:endParaRPr>
          </a:p>
          <a:p>
            <a:pPr marL="285750" indent="-285750">
              <a:buFont typeface="Arial" panose="020B0604020202020204" pitchFamily="34" charset="0"/>
              <a:buChar char="•"/>
            </a:pPr>
            <a:r>
              <a:rPr lang="en-US" err="1">
                <a:solidFill>
                  <a:srgbClr val="D4D4D4"/>
                </a:solidFill>
                <a:latin typeface="Lufga" panose="020B0604020202020204" charset="0"/>
              </a:rPr>
              <a:t>Dapr</a:t>
            </a:r>
            <a:r>
              <a:rPr lang="en-US">
                <a:solidFill>
                  <a:srgbClr val="D4D4D4"/>
                </a:solidFill>
                <a:latin typeface="Lufga" panose="020B0604020202020204" charset="0"/>
              </a:rPr>
              <a:t> Agents includes built-in support for the Model Context Protocol (MCP), enabling agents to dynamically discover and invoke external tools through a standardized interface. This allows agents to incorporate capabilities exposed by external processes without hardcoding or preloading them.</a:t>
            </a:r>
          </a:p>
        </p:txBody>
      </p:sp>
    </p:spTree>
    <p:extLst>
      <p:ext uri="{BB962C8B-B14F-4D97-AF65-F5344CB8AC3E}">
        <p14:creationId xmlns:p14="http://schemas.microsoft.com/office/powerpoint/2010/main" val="62784056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FC59DF-D102-2D52-29AC-34BF6D873C4E}"/>
            </a:ext>
          </a:extLst>
        </p:cNvPr>
        <p:cNvGrpSpPr/>
        <p:nvPr/>
      </p:nvGrpSpPr>
      <p:grpSpPr>
        <a:xfrm>
          <a:off x="0" y="0"/>
          <a:ext cx="0" cy="0"/>
          <a:chOff x="0" y="0"/>
          <a:chExt cx="0" cy="0"/>
        </a:xfrm>
      </p:grpSpPr>
      <p:sp>
        <p:nvSpPr>
          <p:cNvPr id="6" name="Title 1">
            <a:extLst>
              <a:ext uri="{FF2B5EF4-FFF2-40B4-BE49-F238E27FC236}">
                <a16:creationId xmlns:a16="http://schemas.microsoft.com/office/drawing/2014/main" id="{B5C96285-06D4-DA39-2D39-7A6BEF4531CF}"/>
              </a:ext>
            </a:extLst>
          </p:cNvPr>
          <p:cNvSpPr>
            <a:spLocks noGrp="1"/>
          </p:cNvSpPr>
          <p:nvPr>
            <p:ph type="title"/>
          </p:nvPr>
        </p:nvSpPr>
        <p:spPr>
          <a:xfrm>
            <a:off x="838200" y="365125"/>
            <a:ext cx="10515600" cy="1325563"/>
          </a:xfrm>
        </p:spPr>
        <p:txBody>
          <a:bodyPr/>
          <a:lstStyle/>
          <a:p>
            <a:r>
              <a:rPr lang="en-GB"/>
              <a:t>Memory Management</a:t>
            </a:r>
          </a:p>
        </p:txBody>
      </p:sp>
      <p:sp>
        <p:nvSpPr>
          <p:cNvPr id="4" name="TextBox 3">
            <a:extLst>
              <a:ext uri="{FF2B5EF4-FFF2-40B4-BE49-F238E27FC236}">
                <a16:creationId xmlns:a16="http://schemas.microsoft.com/office/drawing/2014/main" id="{06A1E97D-431B-156D-6B87-D937C3A1BF43}"/>
              </a:ext>
            </a:extLst>
          </p:cNvPr>
          <p:cNvSpPr txBox="1"/>
          <p:nvPr/>
        </p:nvSpPr>
        <p:spPr>
          <a:xfrm>
            <a:off x="838200" y="1475985"/>
            <a:ext cx="10515600" cy="2031325"/>
          </a:xfrm>
          <a:prstGeom prst="rect">
            <a:avLst/>
          </a:prstGeom>
          <a:noFill/>
        </p:spPr>
        <p:txBody>
          <a:bodyPr wrap="square">
            <a:spAutoFit/>
          </a:bodyPr>
          <a:lstStyle/>
          <a:p>
            <a:pPr marL="285750" indent="-285750" algn="l">
              <a:buFont typeface="Arial" panose="020B0604020202020204" pitchFamily="34" charset="0"/>
              <a:buChar char="•"/>
            </a:pPr>
            <a:r>
              <a:rPr lang="en-US">
                <a:solidFill>
                  <a:srgbClr val="D4D4D4"/>
                </a:solidFill>
                <a:latin typeface="Lufga" panose="020B0604020202020204" charset="0"/>
              </a:rPr>
              <a:t>Agents retain context across interactions, enhancing their ability to provide coherent and adaptive responses. Memory options range from simple in-memory lists for managing chat history to vector databases for semantic search and retrieval. </a:t>
            </a:r>
          </a:p>
          <a:p>
            <a:pPr marL="285750" indent="-285750" algn="l">
              <a:buFont typeface="Arial" panose="020B0604020202020204" pitchFamily="34" charset="0"/>
              <a:buChar char="•"/>
            </a:pPr>
            <a:endParaRPr lang="en-US">
              <a:solidFill>
                <a:srgbClr val="D4D4D4"/>
              </a:solidFill>
              <a:latin typeface="Lufga" panose="020B0604020202020204" charset="0"/>
            </a:endParaRPr>
          </a:p>
          <a:p>
            <a:pPr marL="285750" indent="-285750" algn="l">
              <a:buFont typeface="Arial" panose="020B0604020202020204" pitchFamily="34" charset="0"/>
              <a:buChar char="•"/>
            </a:pPr>
            <a:r>
              <a:rPr lang="en-US" err="1">
                <a:solidFill>
                  <a:srgbClr val="D4D4D4"/>
                </a:solidFill>
                <a:latin typeface="Lufga" panose="020B0604020202020204" charset="0"/>
              </a:rPr>
              <a:t>Dapr</a:t>
            </a:r>
            <a:r>
              <a:rPr lang="en-US">
                <a:solidFill>
                  <a:srgbClr val="D4D4D4"/>
                </a:solidFill>
                <a:latin typeface="Lufga" panose="020B0604020202020204" charset="0"/>
              </a:rPr>
              <a:t> Agents also integrates with all available </a:t>
            </a:r>
            <a:r>
              <a:rPr lang="en-US" err="1">
                <a:solidFill>
                  <a:srgbClr val="D4D4D4"/>
                </a:solidFill>
                <a:latin typeface="Lufga" panose="020B0604020202020204" charset="0"/>
              </a:rPr>
              <a:t>Dapr</a:t>
            </a:r>
            <a:r>
              <a:rPr lang="en-US">
                <a:solidFill>
                  <a:srgbClr val="D4D4D4"/>
                </a:solidFill>
                <a:latin typeface="Lufga" panose="020B0604020202020204" charset="0"/>
              </a:rPr>
              <a:t> state stores, enabling scalable and persistent memory for advanced use cases. These state stores can be used interchangeably as chat memory and easily swapped out as needed.</a:t>
            </a:r>
          </a:p>
        </p:txBody>
      </p:sp>
    </p:spTree>
    <p:extLst>
      <p:ext uri="{BB962C8B-B14F-4D97-AF65-F5344CB8AC3E}">
        <p14:creationId xmlns:p14="http://schemas.microsoft.com/office/powerpoint/2010/main" val="138288320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B341E0-34F5-D848-6626-7EC28BBE3575}"/>
            </a:ext>
          </a:extLst>
        </p:cNvPr>
        <p:cNvGrpSpPr/>
        <p:nvPr/>
      </p:nvGrpSpPr>
      <p:grpSpPr>
        <a:xfrm>
          <a:off x="0" y="0"/>
          <a:ext cx="0" cy="0"/>
          <a:chOff x="0" y="0"/>
          <a:chExt cx="0" cy="0"/>
        </a:xfrm>
      </p:grpSpPr>
      <p:sp>
        <p:nvSpPr>
          <p:cNvPr id="6" name="Title 1">
            <a:extLst>
              <a:ext uri="{FF2B5EF4-FFF2-40B4-BE49-F238E27FC236}">
                <a16:creationId xmlns:a16="http://schemas.microsoft.com/office/drawing/2014/main" id="{BA25B31A-48FD-4B47-65EB-520958E43015}"/>
              </a:ext>
            </a:extLst>
          </p:cNvPr>
          <p:cNvSpPr>
            <a:spLocks noGrp="1"/>
          </p:cNvSpPr>
          <p:nvPr>
            <p:ph type="title"/>
          </p:nvPr>
        </p:nvSpPr>
        <p:spPr>
          <a:xfrm>
            <a:off x="838200" y="365125"/>
            <a:ext cx="10515600" cy="1325563"/>
          </a:xfrm>
        </p:spPr>
        <p:txBody>
          <a:bodyPr/>
          <a:lstStyle/>
          <a:p>
            <a:r>
              <a:rPr lang="en-GB"/>
              <a:t>Durable Agents</a:t>
            </a:r>
          </a:p>
        </p:txBody>
      </p:sp>
      <p:sp>
        <p:nvSpPr>
          <p:cNvPr id="2" name="TextBox 1">
            <a:extLst>
              <a:ext uri="{FF2B5EF4-FFF2-40B4-BE49-F238E27FC236}">
                <a16:creationId xmlns:a16="http://schemas.microsoft.com/office/drawing/2014/main" id="{0F59D5C0-8A37-21A0-F38C-958164F6C457}"/>
              </a:ext>
            </a:extLst>
          </p:cNvPr>
          <p:cNvSpPr txBox="1"/>
          <p:nvPr/>
        </p:nvSpPr>
        <p:spPr>
          <a:xfrm>
            <a:off x="776377" y="1505678"/>
            <a:ext cx="10921042" cy="5632311"/>
          </a:xfrm>
          <a:prstGeom prst="rect">
            <a:avLst/>
          </a:prstGeom>
          <a:noFill/>
        </p:spPr>
        <p:txBody>
          <a:bodyPr wrap="square">
            <a:spAutoFit/>
          </a:bodyPr>
          <a:lstStyle/>
          <a:p>
            <a:pPr algn="l"/>
            <a:r>
              <a:rPr lang="en-US" b="1" i="0">
                <a:solidFill>
                  <a:srgbClr val="D4D4D4"/>
                </a:solidFill>
                <a:effectLst/>
                <a:latin typeface="Lufga" panose="020B0604020202020204" charset="0"/>
              </a:rPr>
              <a:t>Workflow-native agent for coordinating multi-turn conversations and tool execution. </a:t>
            </a:r>
            <a:r>
              <a:rPr lang="en-US">
                <a:solidFill>
                  <a:srgbClr val="D4D4D4"/>
                </a:solidFill>
                <a:latin typeface="Lufga" panose="020B0604020202020204" charset="0"/>
              </a:rPr>
              <a:t>Designed for stateful, resilient, and routable agent workflows with built-in durability.</a:t>
            </a:r>
          </a:p>
          <a:p>
            <a:pPr marL="285750" indent="-285750" algn="l">
              <a:buFont typeface="Arial" panose="020B0604020202020204" pitchFamily="34" charset="0"/>
              <a:buChar char="•"/>
            </a:pPr>
            <a:endParaRPr lang="en-US" b="0" i="0">
              <a:solidFill>
                <a:srgbClr val="D4D4D4"/>
              </a:solidFill>
              <a:effectLst/>
              <a:latin typeface="Lufga" panose="020B0604020202020204" charset="0"/>
            </a:endParaRPr>
          </a:p>
          <a:p>
            <a:pPr algn="l"/>
            <a:r>
              <a:rPr lang="en-US" b="1" i="0">
                <a:solidFill>
                  <a:srgbClr val="D4D4D4"/>
                </a:solidFill>
                <a:effectLst/>
                <a:latin typeface="Lufga" panose="020B0604020202020204" charset="0"/>
              </a:rPr>
              <a:t>Key Characteristics:</a:t>
            </a:r>
          </a:p>
          <a:p>
            <a:pPr marL="285750" indent="-285750" algn="l">
              <a:buFont typeface="Arial" panose="020B0604020202020204" pitchFamily="34" charset="0"/>
              <a:buChar char="•"/>
            </a:pPr>
            <a:r>
              <a:rPr lang="en-US" i="0">
                <a:solidFill>
                  <a:srgbClr val="D4D4D4"/>
                </a:solidFill>
                <a:effectLst/>
                <a:latin typeface="Lufga" panose="020B0604020202020204" charset="0"/>
              </a:rPr>
              <a:t>Workflow-based execution using </a:t>
            </a:r>
            <a:r>
              <a:rPr lang="en-US" i="0" err="1">
                <a:solidFill>
                  <a:srgbClr val="D4D4D4"/>
                </a:solidFill>
                <a:effectLst/>
                <a:latin typeface="Lufga" panose="020B0604020202020204" charset="0"/>
              </a:rPr>
              <a:t>Dapr</a:t>
            </a:r>
            <a:r>
              <a:rPr lang="en-US" i="0">
                <a:solidFill>
                  <a:srgbClr val="D4D4D4"/>
                </a:solidFill>
                <a:effectLst/>
                <a:latin typeface="Lufga" panose="020B0604020202020204" charset="0"/>
              </a:rPr>
              <a:t> Workflows</a:t>
            </a:r>
          </a:p>
          <a:p>
            <a:pPr marL="285750" indent="-285750" algn="l">
              <a:buFont typeface="Arial" panose="020B0604020202020204" pitchFamily="34" charset="0"/>
              <a:buChar char="•"/>
            </a:pPr>
            <a:r>
              <a:rPr lang="en-US" i="0">
                <a:solidFill>
                  <a:srgbClr val="D4D4D4"/>
                </a:solidFill>
                <a:effectLst/>
                <a:latin typeface="Lufga" panose="020B0604020202020204" charset="0"/>
              </a:rPr>
              <a:t>Persistent workflow state management across sessions and failures</a:t>
            </a:r>
          </a:p>
          <a:p>
            <a:pPr marL="285750" indent="-285750" algn="l">
              <a:buFont typeface="Arial" panose="020B0604020202020204" pitchFamily="34" charset="0"/>
              <a:buChar char="•"/>
            </a:pPr>
            <a:r>
              <a:rPr lang="en-US" i="0">
                <a:solidFill>
                  <a:srgbClr val="D4D4D4"/>
                </a:solidFill>
                <a:effectLst/>
                <a:latin typeface="Lufga" panose="020B0604020202020204" charset="0"/>
              </a:rPr>
              <a:t>Automatic retry and recovery mechanisms</a:t>
            </a:r>
          </a:p>
          <a:p>
            <a:pPr marL="285750" indent="-285750" algn="l">
              <a:buFont typeface="Arial" panose="020B0604020202020204" pitchFamily="34" charset="0"/>
              <a:buChar char="•"/>
            </a:pPr>
            <a:r>
              <a:rPr lang="en-US" i="0">
                <a:solidFill>
                  <a:srgbClr val="D4D4D4"/>
                </a:solidFill>
                <a:effectLst/>
                <a:latin typeface="Lufga" panose="020B0604020202020204" charset="0"/>
              </a:rPr>
              <a:t>Deterministic execution with checkpointing</a:t>
            </a:r>
          </a:p>
          <a:p>
            <a:pPr marL="285750" indent="-285750" algn="l">
              <a:buFont typeface="Arial" panose="020B0604020202020204" pitchFamily="34" charset="0"/>
              <a:buChar char="•"/>
            </a:pPr>
            <a:r>
              <a:rPr lang="en-US" i="0">
                <a:solidFill>
                  <a:srgbClr val="D4D4D4"/>
                </a:solidFill>
                <a:effectLst/>
                <a:latin typeface="Lufga" panose="020B0604020202020204" charset="0"/>
              </a:rPr>
              <a:t>Built-in message routing and agent communication</a:t>
            </a:r>
          </a:p>
          <a:p>
            <a:pPr marL="285750" indent="-285750">
              <a:buFont typeface="Arial" panose="020B0604020202020204" pitchFamily="34" charset="0"/>
              <a:buChar char="•"/>
            </a:pPr>
            <a:r>
              <a:rPr lang="en-US">
                <a:solidFill>
                  <a:srgbClr val="D4D4D4"/>
                </a:solidFill>
                <a:latin typeface="Lufga" panose="020B0604020202020204" charset="0"/>
              </a:rPr>
              <a:t>Automatic Recovery: Resume from failures without losing progress</a:t>
            </a:r>
          </a:p>
          <a:p>
            <a:pPr marL="285750" indent="-285750">
              <a:buFont typeface="Arial" panose="020B0604020202020204" pitchFamily="34" charset="0"/>
              <a:buChar char="•"/>
            </a:pPr>
            <a:r>
              <a:rPr lang="en-US">
                <a:solidFill>
                  <a:srgbClr val="D4D4D4"/>
                </a:solidFill>
                <a:latin typeface="Lufga" panose="020B0604020202020204" charset="0"/>
              </a:rPr>
              <a:t>Scalability: Distribute agent workloads across multiple nodes</a:t>
            </a:r>
            <a:r>
              <a:rPr lang="en-US" i="0">
                <a:solidFill>
                  <a:srgbClr val="D4D4D4"/>
                </a:solidFill>
                <a:effectLst/>
                <a:latin typeface="Lufga" panose="020B0604020202020204" charset="0"/>
              </a:rPr>
              <a:t> </a:t>
            </a:r>
          </a:p>
          <a:p>
            <a:pPr marL="285750" indent="-285750" algn="l">
              <a:buFont typeface="Arial" panose="020B0604020202020204" pitchFamily="34" charset="0"/>
              <a:buChar char="•"/>
            </a:pPr>
            <a:r>
              <a:rPr lang="en-US" i="0">
                <a:solidFill>
                  <a:srgbClr val="D4D4D4"/>
                </a:solidFill>
                <a:effectLst/>
                <a:latin typeface="Lufga" panose="020B0604020202020204" charset="0"/>
              </a:rPr>
              <a:t>Supports complex orchestration patterns and multi-agent collaboration</a:t>
            </a:r>
          </a:p>
          <a:p>
            <a:pPr marL="285750" indent="-285750" algn="l">
              <a:buFont typeface="Arial" panose="020B0604020202020204" pitchFamily="34" charset="0"/>
              <a:buChar char="•"/>
            </a:pPr>
            <a:endParaRPr lang="en-US" i="0">
              <a:solidFill>
                <a:srgbClr val="D4D4D4"/>
              </a:solidFill>
              <a:effectLst/>
              <a:latin typeface="Lufga" panose="020B0604020202020204" charset="0"/>
            </a:endParaRPr>
          </a:p>
          <a:p>
            <a:r>
              <a:rPr lang="en-US" b="1">
                <a:solidFill>
                  <a:srgbClr val="D4D4D4"/>
                </a:solidFill>
                <a:latin typeface="Lufga" panose="020B0604020202020204" charset="0"/>
              </a:rPr>
              <a:t>When to use:</a:t>
            </a:r>
          </a:p>
          <a:p>
            <a:pPr marL="285750" indent="-285750">
              <a:buFont typeface="Arial" panose="020B0604020202020204" pitchFamily="34" charset="0"/>
              <a:buChar char="•"/>
            </a:pPr>
            <a:r>
              <a:rPr lang="en-US">
                <a:solidFill>
                  <a:srgbClr val="D4D4D4"/>
                </a:solidFill>
                <a:latin typeface="Lufga" panose="020B0604020202020204" charset="0"/>
              </a:rPr>
              <a:t>Multi-step workflows that span time or systems</a:t>
            </a:r>
          </a:p>
          <a:p>
            <a:pPr marL="285750" indent="-285750">
              <a:buFont typeface="Arial" panose="020B0604020202020204" pitchFamily="34" charset="0"/>
              <a:buChar char="•"/>
            </a:pPr>
            <a:r>
              <a:rPr lang="en-US">
                <a:solidFill>
                  <a:srgbClr val="D4D4D4"/>
                </a:solidFill>
                <a:latin typeface="Lufga" panose="020B0604020202020204" charset="0"/>
              </a:rPr>
              <a:t>Tasks requiring guaranteed progress tracking and state persistence</a:t>
            </a:r>
          </a:p>
          <a:p>
            <a:pPr marL="285750" indent="-285750">
              <a:buFont typeface="Arial" panose="020B0604020202020204" pitchFamily="34" charset="0"/>
              <a:buChar char="•"/>
            </a:pPr>
            <a:r>
              <a:rPr lang="en-US">
                <a:solidFill>
                  <a:srgbClr val="D4D4D4"/>
                </a:solidFill>
                <a:latin typeface="Lufga" panose="020B0604020202020204" charset="0"/>
              </a:rPr>
              <a:t>Scenarios where operations may pause, fail, or need recovery without data loss</a:t>
            </a:r>
          </a:p>
          <a:p>
            <a:pPr marL="285750" indent="-285750">
              <a:buFont typeface="Arial" panose="020B0604020202020204" pitchFamily="34" charset="0"/>
              <a:buChar char="•"/>
            </a:pPr>
            <a:r>
              <a:rPr lang="en-US">
                <a:solidFill>
                  <a:srgbClr val="D4D4D4"/>
                </a:solidFill>
                <a:latin typeface="Lufga" panose="020B0604020202020204" charset="0"/>
              </a:rPr>
              <a:t>Complex agent orchestration and multi-agent collaboration</a:t>
            </a:r>
          </a:p>
          <a:p>
            <a:pPr marL="285750" indent="-285750">
              <a:buFont typeface="Arial" panose="020B0604020202020204" pitchFamily="34" charset="0"/>
              <a:buChar char="•"/>
            </a:pPr>
            <a:r>
              <a:rPr lang="en-US">
                <a:solidFill>
                  <a:srgbClr val="D4D4D4"/>
                </a:solidFill>
                <a:latin typeface="Lufga" panose="020B0604020202020204" charset="0"/>
              </a:rPr>
              <a:t>Production systems requiring fault tolerance and scalability</a:t>
            </a:r>
          </a:p>
          <a:p>
            <a:pPr marL="285750" indent="-285750" algn="l">
              <a:buFont typeface="Arial" panose="020B0604020202020204" pitchFamily="34" charset="0"/>
              <a:buChar char="•"/>
            </a:pPr>
            <a:endParaRPr lang="en-US" i="0">
              <a:solidFill>
                <a:srgbClr val="D4D4D4"/>
              </a:solidFill>
              <a:effectLst/>
              <a:latin typeface="Lufga" panose="020B0604020202020204" charset="0"/>
            </a:endParaRPr>
          </a:p>
        </p:txBody>
      </p:sp>
    </p:spTree>
    <p:extLst>
      <p:ext uri="{BB962C8B-B14F-4D97-AF65-F5344CB8AC3E}">
        <p14:creationId xmlns:p14="http://schemas.microsoft.com/office/powerpoint/2010/main" val="295510932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905FE8-BDE4-13D0-D83E-6330CD3EF9B4}"/>
            </a:ext>
          </a:extLst>
        </p:cNvPr>
        <p:cNvGrpSpPr/>
        <p:nvPr/>
      </p:nvGrpSpPr>
      <p:grpSpPr>
        <a:xfrm>
          <a:off x="0" y="0"/>
          <a:ext cx="0" cy="0"/>
          <a:chOff x="0" y="0"/>
          <a:chExt cx="0" cy="0"/>
        </a:xfrm>
      </p:grpSpPr>
      <p:sp>
        <p:nvSpPr>
          <p:cNvPr id="5" name="Title 1">
            <a:extLst>
              <a:ext uri="{FF2B5EF4-FFF2-40B4-BE49-F238E27FC236}">
                <a16:creationId xmlns:a16="http://schemas.microsoft.com/office/drawing/2014/main" id="{5269E357-8D30-238A-92DD-32FBADA6676F}"/>
              </a:ext>
            </a:extLst>
          </p:cNvPr>
          <p:cNvSpPr>
            <a:spLocks noGrp="1"/>
          </p:cNvSpPr>
          <p:nvPr>
            <p:ph type="title"/>
          </p:nvPr>
        </p:nvSpPr>
        <p:spPr>
          <a:xfrm>
            <a:off x="659525" y="953704"/>
            <a:ext cx="7880626" cy="538765"/>
          </a:xfrm>
        </p:spPr>
        <p:txBody>
          <a:bodyPr>
            <a:normAutofit fontScale="90000"/>
          </a:bodyPr>
          <a:lstStyle/>
          <a:p>
            <a:r>
              <a:rPr lang="en-GB"/>
              <a:t>Event-Driven Communication and Agent Orchestration</a:t>
            </a:r>
            <a:br>
              <a:rPr lang="en-GB"/>
            </a:br>
            <a:endParaRPr lang="en-GB"/>
          </a:p>
        </p:txBody>
      </p:sp>
      <p:pic>
        <p:nvPicPr>
          <p:cNvPr id="6146" name="Picture 2" descr="Agent Orchestration">
            <a:extLst>
              <a:ext uri="{FF2B5EF4-FFF2-40B4-BE49-F238E27FC236}">
                <a16:creationId xmlns:a16="http://schemas.microsoft.com/office/drawing/2014/main" id="{FE321FA1-231A-7C21-CB98-D96D399A5CB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62850" y="1626859"/>
            <a:ext cx="9866300" cy="509502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2465354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73C5A7-F492-1221-F9C1-1C9D3979F10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26E3D6F-C14B-A680-2AC4-7398809F8C97}"/>
              </a:ext>
            </a:extLst>
          </p:cNvPr>
          <p:cNvSpPr>
            <a:spLocks noGrp="1"/>
          </p:cNvSpPr>
          <p:nvPr>
            <p:ph type="title"/>
          </p:nvPr>
        </p:nvSpPr>
        <p:spPr>
          <a:xfrm>
            <a:off x="1054100" y="1882775"/>
            <a:ext cx="10515600" cy="1325563"/>
          </a:xfrm>
        </p:spPr>
        <p:txBody>
          <a:bodyPr>
            <a:normAutofit fontScale="90000"/>
          </a:bodyPr>
          <a:lstStyle/>
          <a:p>
            <a:r>
              <a:rPr lang="en-US"/>
              <a:t>Understanding the benefits and use cases for </a:t>
            </a:r>
            <a:r>
              <a:rPr lang="en-US" err="1"/>
              <a:t>Dapr</a:t>
            </a:r>
            <a:r>
              <a:rPr lang="en-US"/>
              <a:t> Agents</a:t>
            </a:r>
            <a:br>
              <a:rPr lang="en-US"/>
            </a:br>
            <a:endParaRPr lang="en-GB"/>
          </a:p>
        </p:txBody>
      </p:sp>
    </p:spTree>
    <p:extLst>
      <p:ext uri="{BB962C8B-B14F-4D97-AF65-F5344CB8AC3E}">
        <p14:creationId xmlns:p14="http://schemas.microsoft.com/office/powerpoint/2010/main" val="331377316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08B5BB-2653-A812-A293-A5AD7B4BF994}"/>
            </a:ext>
          </a:extLst>
        </p:cNvPr>
        <p:cNvGrpSpPr/>
        <p:nvPr/>
      </p:nvGrpSpPr>
      <p:grpSpPr>
        <a:xfrm>
          <a:off x="0" y="0"/>
          <a:ext cx="0" cy="0"/>
          <a:chOff x="0" y="0"/>
          <a:chExt cx="0" cy="0"/>
        </a:xfrm>
      </p:grpSpPr>
      <p:sp>
        <p:nvSpPr>
          <p:cNvPr id="6" name="Title 1">
            <a:extLst>
              <a:ext uri="{FF2B5EF4-FFF2-40B4-BE49-F238E27FC236}">
                <a16:creationId xmlns:a16="http://schemas.microsoft.com/office/drawing/2014/main" id="{9E1129DF-A39D-DAE7-1EC4-C8A49D65A9DC}"/>
              </a:ext>
            </a:extLst>
          </p:cNvPr>
          <p:cNvSpPr>
            <a:spLocks noGrp="1"/>
          </p:cNvSpPr>
          <p:nvPr>
            <p:ph type="title"/>
          </p:nvPr>
        </p:nvSpPr>
        <p:spPr>
          <a:xfrm>
            <a:off x="838200" y="365125"/>
            <a:ext cx="10515600" cy="1325563"/>
          </a:xfrm>
        </p:spPr>
        <p:txBody>
          <a:bodyPr/>
          <a:lstStyle/>
          <a:p>
            <a:r>
              <a:rPr lang="en-US"/>
              <a:t>Benefits of </a:t>
            </a:r>
            <a:r>
              <a:rPr lang="en-US" err="1"/>
              <a:t>Dapr</a:t>
            </a:r>
            <a:r>
              <a:rPr lang="en-US"/>
              <a:t> Agents</a:t>
            </a:r>
            <a:endParaRPr lang="en-GB"/>
          </a:p>
        </p:txBody>
      </p:sp>
      <p:sp>
        <p:nvSpPr>
          <p:cNvPr id="9" name="Content Placeholder 2">
            <a:extLst>
              <a:ext uri="{FF2B5EF4-FFF2-40B4-BE49-F238E27FC236}">
                <a16:creationId xmlns:a16="http://schemas.microsoft.com/office/drawing/2014/main" id="{3C2AEEB4-613C-5F2D-9BCE-1E62F9E43E45}"/>
              </a:ext>
            </a:extLst>
          </p:cNvPr>
          <p:cNvSpPr>
            <a:spLocks noGrp="1"/>
          </p:cNvSpPr>
          <p:nvPr>
            <p:ph idx="1"/>
          </p:nvPr>
        </p:nvSpPr>
        <p:spPr>
          <a:xfrm>
            <a:off x="838200" y="1384300"/>
            <a:ext cx="10515600" cy="4792663"/>
          </a:xfrm>
        </p:spPr>
        <p:txBody>
          <a:bodyPr>
            <a:normAutofit/>
          </a:bodyPr>
          <a:lstStyle/>
          <a:p>
            <a:pPr marL="0" indent="0">
              <a:buNone/>
            </a:pPr>
            <a:r>
              <a:rPr lang="en-US"/>
              <a:t>Agent-Centric Model</a:t>
            </a:r>
          </a:p>
          <a:p>
            <a:r>
              <a:rPr lang="en-US" sz="1900" b="1">
                <a:solidFill>
                  <a:srgbClr val="D4D4D4"/>
                </a:solidFill>
                <a:latin typeface="Lufga" panose="020B0604020202020204" charset="0"/>
              </a:rPr>
              <a:t>LLM-Powered Intelligence</a:t>
            </a:r>
            <a:r>
              <a:rPr lang="en-US" sz="1900">
                <a:solidFill>
                  <a:srgbClr val="D4D4D4"/>
                </a:solidFill>
                <a:latin typeface="Lufga" panose="020B0604020202020204" charset="0"/>
              </a:rPr>
              <a:t>: Leverage LLMs for reasoning, dynamic decision-making, and natural language interactions</a:t>
            </a:r>
          </a:p>
          <a:p>
            <a:r>
              <a:rPr lang="en-US" sz="1900" b="1">
                <a:solidFill>
                  <a:srgbClr val="D4D4D4"/>
                </a:solidFill>
                <a:latin typeface="Lufga" panose="020B0604020202020204" charset="0"/>
              </a:rPr>
              <a:t>Complete API Surface</a:t>
            </a:r>
            <a:r>
              <a:rPr lang="en-US" sz="1900">
                <a:solidFill>
                  <a:srgbClr val="D4D4D4"/>
                </a:solidFill>
                <a:latin typeface="Lufga" panose="020B0604020202020204" charset="0"/>
              </a:rPr>
              <a:t>: Provides a comprehensive toolkit to address common AI problems with support for tool calling and reasoning loops (e.g., </a:t>
            </a:r>
            <a:r>
              <a:rPr lang="en-US" sz="1900" err="1">
                <a:solidFill>
                  <a:srgbClr val="D4D4D4"/>
                </a:solidFill>
                <a:latin typeface="Lufga" panose="020B0604020202020204" charset="0"/>
              </a:rPr>
              <a:t>ReAct</a:t>
            </a:r>
            <a:r>
              <a:rPr lang="en-US" sz="1900">
                <a:solidFill>
                  <a:srgbClr val="D4D4D4"/>
                </a:solidFill>
                <a:latin typeface="Lufga" panose="020B0604020202020204" charset="0"/>
              </a:rPr>
              <a:t>)</a:t>
            </a:r>
          </a:p>
          <a:p>
            <a:endParaRPr lang="en-US" sz="1900">
              <a:solidFill>
                <a:srgbClr val="D4D4D4"/>
              </a:solidFill>
              <a:latin typeface="Lufga" panose="020B0604020202020204" charset="0"/>
            </a:endParaRPr>
          </a:p>
          <a:p>
            <a:pPr marL="0" indent="0">
              <a:buNone/>
            </a:pPr>
            <a:r>
              <a:rPr lang="en-US"/>
              <a:t>Actor-Based Architecture</a:t>
            </a:r>
          </a:p>
          <a:p>
            <a:r>
              <a:rPr lang="en-US" sz="1900" b="1">
                <a:solidFill>
                  <a:srgbClr val="D4D4D4"/>
                </a:solidFill>
                <a:latin typeface="Lufga" panose="020B0604020202020204" charset="0"/>
              </a:rPr>
              <a:t>Stateful &amp; Efficient</a:t>
            </a:r>
            <a:r>
              <a:rPr lang="en-US" sz="1900">
                <a:solidFill>
                  <a:srgbClr val="D4D4D4"/>
                </a:solidFill>
                <a:latin typeface="Lufga" panose="020B0604020202020204" charset="0"/>
              </a:rPr>
              <a:t>: Agents process one task at a time, avoiding concurrency issues while maintaining state</a:t>
            </a:r>
          </a:p>
          <a:p>
            <a:r>
              <a:rPr lang="en-US" sz="1900" b="1">
                <a:solidFill>
                  <a:srgbClr val="D4D4D4"/>
                </a:solidFill>
                <a:latin typeface="Lufga" panose="020B0604020202020204" charset="0"/>
              </a:rPr>
              <a:t>Cost-Effective Scaling</a:t>
            </a:r>
            <a:r>
              <a:rPr lang="en-US" sz="1900">
                <a:solidFill>
                  <a:srgbClr val="D4D4D4"/>
                </a:solidFill>
                <a:latin typeface="Lufga" panose="020B0604020202020204" charset="0"/>
              </a:rPr>
              <a:t>: Reliably runs thousands of agents on a single core with the ability to scale to zero when idle</a:t>
            </a:r>
          </a:p>
        </p:txBody>
      </p:sp>
    </p:spTree>
    <p:extLst>
      <p:ext uri="{BB962C8B-B14F-4D97-AF65-F5344CB8AC3E}">
        <p14:creationId xmlns:p14="http://schemas.microsoft.com/office/powerpoint/2010/main" val="306224177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44A7EC-4E24-661F-C307-3D65CD68A99B}"/>
            </a:ext>
          </a:extLst>
        </p:cNvPr>
        <p:cNvGrpSpPr/>
        <p:nvPr/>
      </p:nvGrpSpPr>
      <p:grpSpPr>
        <a:xfrm>
          <a:off x="0" y="0"/>
          <a:ext cx="0" cy="0"/>
          <a:chOff x="0" y="0"/>
          <a:chExt cx="0" cy="0"/>
        </a:xfrm>
      </p:grpSpPr>
      <p:sp>
        <p:nvSpPr>
          <p:cNvPr id="6" name="Title 1">
            <a:extLst>
              <a:ext uri="{FF2B5EF4-FFF2-40B4-BE49-F238E27FC236}">
                <a16:creationId xmlns:a16="http://schemas.microsoft.com/office/drawing/2014/main" id="{27B71544-7A45-8B54-88E6-E9ED295CABC1}"/>
              </a:ext>
            </a:extLst>
          </p:cNvPr>
          <p:cNvSpPr>
            <a:spLocks noGrp="1"/>
          </p:cNvSpPr>
          <p:nvPr>
            <p:ph type="title"/>
          </p:nvPr>
        </p:nvSpPr>
        <p:spPr>
          <a:xfrm>
            <a:off x="838200" y="365125"/>
            <a:ext cx="10515600" cy="1325563"/>
          </a:xfrm>
        </p:spPr>
        <p:txBody>
          <a:bodyPr/>
          <a:lstStyle/>
          <a:p>
            <a:r>
              <a:rPr lang="en-US"/>
              <a:t>Benefits of </a:t>
            </a:r>
            <a:r>
              <a:rPr lang="en-US" err="1"/>
              <a:t>Dapr</a:t>
            </a:r>
            <a:r>
              <a:rPr lang="en-US"/>
              <a:t> Agents</a:t>
            </a:r>
            <a:endParaRPr lang="en-GB"/>
          </a:p>
        </p:txBody>
      </p:sp>
      <p:sp>
        <p:nvSpPr>
          <p:cNvPr id="9" name="Content Placeholder 2">
            <a:extLst>
              <a:ext uri="{FF2B5EF4-FFF2-40B4-BE49-F238E27FC236}">
                <a16:creationId xmlns:a16="http://schemas.microsoft.com/office/drawing/2014/main" id="{17A333AC-1802-406F-01E9-AD89BB0EFC81}"/>
              </a:ext>
            </a:extLst>
          </p:cNvPr>
          <p:cNvSpPr>
            <a:spLocks noGrp="1"/>
          </p:cNvSpPr>
          <p:nvPr>
            <p:ph idx="1"/>
          </p:nvPr>
        </p:nvSpPr>
        <p:spPr>
          <a:xfrm>
            <a:off x="907356" y="1403003"/>
            <a:ext cx="10515600" cy="4351338"/>
          </a:xfrm>
        </p:spPr>
        <p:txBody>
          <a:bodyPr>
            <a:normAutofit fontScale="92500" lnSpcReduction="20000"/>
          </a:bodyPr>
          <a:lstStyle/>
          <a:p>
            <a:pPr marL="0" indent="0">
              <a:buNone/>
            </a:pPr>
            <a:r>
              <a:rPr lang="en-US"/>
              <a:t>Workflow-Oriented Design</a:t>
            </a:r>
          </a:p>
          <a:p>
            <a:r>
              <a:rPr lang="en-US" sz="2000" b="1">
                <a:solidFill>
                  <a:srgbClr val="D4D4D4"/>
                </a:solidFill>
                <a:latin typeface="Lufga" panose="020B0604020202020204" charset="0"/>
              </a:rPr>
              <a:t>Execution Guarantees</a:t>
            </a:r>
            <a:r>
              <a:rPr lang="en-US" sz="2000">
                <a:solidFill>
                  <a:srgbClr val="D4D4D4"/>
                </a:solidFill>
                <a:latin typeface="Lufga" panose="020B0604020202020204" charset="0"/>
              </a:rPr>
              <a:t>: Ensures each agent task is completed successfully despite failures or interruptions</a:t>
            </a:r>
          </a:p>
          <a:p>
            <a:r>
              <a:rPr lang="en-US" sz="2000" b="1">
                <a:solidFill>
                  <a:srgbClr val="D4D4D4"/>
                </a:solidFill>
                <a:latin typeface="Lufga" panose="020B0604020202020204" charset="0"/>
              </a:rPr>
              <a:t>Versatile Interactions</a:t>
            </a:r>
            <a:r>
              <a:rPr lang="en-US" sz="2000">
                <a:solidFill>
                  <a:srgbClr val="D4D4D4"/>
                </a:solidFill>
                <a:latin typeface="Lufga" panose="020B0604020202020204" charset="0"/>
              </a:rPr>
              <a:t>: Supports both deterministic workflows and event-driven, message-based communication</a:t>
            </a:r>
          </a:p>
          <a:p>
            <a:r>
              <a:rPr lang="en-US" sz="2000" b="1">
                <a:solidFill>
                  <a:srgbClr val="D4D4D4"/>
                </a:solidFill>
                <a:latin typeface="Lufga" panose="020B0604020202020204" charset="0"/>
              </a:rPr>
              <a:t>Business-Critical Operations</a:t>
            </a:r>
            <a:r>
              <a:rPr lang="en-US" sz="2000">
                <a:solidFill>
                  <a:srgbClr val="D4D4D4"/>
                </a:solidFill>
                <a:latin typeface="Lufga" panose="020B0604020202020204" charset="0"/>
              </a:rPr>
              <a:t>: Built for durable, long-running processes on top of the actor model</a:t>
            </a:r>
          </a:p>
          <a:p>
            <a:endParaRPr lang="en-US" sz="1900">
              <a:solidFill>
                <a:srgbClr val="D4D4D4"/>
              </a:solidFill>
              <a:latin typeface="Lufga" panose="020B0604020202020204" charset="0"/>
            </a:endParaRPr>
          </a:p>
          <a:p>
            <a:pPr marL="0" indent="0">
              <a:buNone/>
            </a:pPr>
            <a:r>
              <a:rPr lang="en-US"/>
              <a:t>Decoupled Infrastructure</a:t>
            </a:r>
          </a:p>
          <a:p>
            <a:r>
              <a:rPr lang="en-US" sz="2000" b="1">
                <a:solidFill>
                  <a:srgbClr val="D4D4D4"/>
                </a:solidFill>
                <a:latin typeface="Lufga" panose="020B0604020202020204" charset="0"/>
              </a:rPr>
              <a:t>Clean Separation</a:t>
            </a:r>
            <a:r>
              <a:rPr lang="en-US" sz="2000">
                <a:solidFill>
                  <a:srgbClr val="D4D4D4"/>
                </a:solidFill>
                <a:latin typeface="Lufga" panose="020B0604020202020204" charset="0"/>
              </a:rPr>
              <a:t>: Agents operate independently from the underlying infrastructure components</a:t>
            </a:r>
          </a:p>
          <a:p>
            <a:r>
              <a:rPr lang="en-US" sz="2000" b="1">
                <a:solidFill>
                  <a:srgbClr val="D4D4D4"/>
                </a:solidFill>
                <a:latin typeface="Lufga" panose="020B0604020202020204" charset="0"/>
              </a:rPr>
              <a:t>Simplified Integrations</a:t>
            </a:r>
            <a:r>
              <a:rPr lang="en-US" sz="2000">
                <a:solidFill>
                  <a:srgbClr val="D4D4D4"/>
                </a:solidFill>
                <a:latin typeface="Lufga" panose="020B0604020202020204" charset="0"/>
              </a:rPr>
              <a:t>: Built-in connectivity to enterprise data sources</a:t>
            </a:r>
          </a:p>
          <a:p>
            <a:r>
              <a:rPr lang="en-US" sz="2000" b="1">
                <a:solidFill>
                  <a:srgbClr val="D4D4D4"/>
                </a:solidFill>
                <a:latin typeface="Lufga" panose="020B0604020202020204" charset="0"/>
              </a:rPr>
              <a:t>Technology Flexibility</a:t>
            </a:r>
            <a:r>
              <a:rPr lang="en-US" sz="2000">
                <a:solidFill>
                  <a:srgbClr val="D4D4D4"/>
                </a:solidFill>
                <a:latin typeface="Lufga" panose="020B0604020202020204" charset="0"/>
              </a:rPr>
              <a:t>: Easily switch between databases (Postgres, MySQL, AWS DynamoDB) or message brokers (Kafka, MQTT)</a:t>
            </a:r>
          </a:p>
        </p:txBody>
      </p:sp>
    </p:spTree>
    <p:extLst>
      <p:ext uri="{BB962C8B-B14F-4D97-AF65-F5344CB8AC3E}">
        <p14:creationId xmlns:p14="http://schemas.microsoft.com/office/powerpoint/2010/main" val="32326700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8D11A8-3621-4DD1-83A2-3893CEB605FD}"/>
            </a:ext>
          </a:extLst>
        </p:cNvPr>
        <p:cNvGrpSpPr/>
        <p:nvPr/>
      </p:nvGrpSpPr>
      <p:grpSpPr>
        <a:xfrm>
          <a:off x="0" y="0"/>
          <a:ext cx="0" cy="0"/>
          <a:chOff x="0" y="0"/>
          <a:chExt cx="0" cy="0"/>
        </a:xfrm>
      </p:grpSpPr>
      <p:sp>
        <p:nvSpPr>
          <p:cNvPr id="6" name="Title 1">
            <a:extLst>
              <a:ext uri="{FF2B5EF4-FFF2-40B4-BE49-F238E27FC236}">
                <a16:creationId xmlns:a16="http://schemas.microsoft.com/office/drawing/2014/main" id="{AFCBD097-B397-4B37-FF2C-49F527F780F1}"/>
              </a:ext>
            </a:extLst>
          </p:cNvPr>
          <p:cNvSpPr>
            <a:spLocks noGrp="1"/>
          </p:cNvSpPr>
          <p:nvPr>
            <p:ph type="title"/>
          </p:nvPr>
        </p:nvSpPr>
        <p:spPr>
          <a:xfrm>
            <a:off x="838200" y="365125"/>
            <a:ext cx="10515600" cy="1325563"/>
          </a:xfrm>
        </p:spPr>
        <p:txBody>
          <a:bodyPr/>
          <a:lstStyle/>
          <a:p>
            <a:r>
              <a:rPr lang="en-US"/>
              <a:t>Benefits of </a:t>
            </a:r>
            <a:r>
              <a:rPr lang="en-US" err="1"/>
              <a:t>Dapr</a:t>
            </a:r>
            <a:r>
              <a:rPr lang="en-US"/>
              <a:t> Agents</a:t>
            </a:r>
            <a:endParaRPr lang="en-GB"/>
          </a:p>
        </p:txBody>
      </p:sp>
      <p:sp>
        <p:nvSpPr>
          <p:cNvPr id="9" name="Content Placeholder 2">
            <a:extLst>
              <a:ext uri="{FF2B5EF4-FFF2-40B4-BE49-F238E27FC236}">
                <a16:creationId xmlns:a16="http://schemas.microsoft.com/office/drawing/2014/main" id="{9343594D-0FB7-04DD-0A43-112835F354E7}"/>
              </a:ext>
            </a:extLst>
          </p:cNvPr>
          <p:cNvSpPr>
            <a:spLocks noGrp="1"/>
          </p:cNvSpPr>
          <p:nvPr>
            <p:ph idx="1"/>
          </p:nvPr>
        </p:nvSpPr>
        <p:spPr>
          <a:xfrm>
            <a:off x="915041" y="1441423"/>
            <a:ext cx="10515600" cy="4351338"/>
          </a:xfrm>
        </p:spPr>
        <p:txBody>
          <a:bodyPr>
            <a:normAutofit/>
          </a:bodyPr>
          <a:lstStyle/>
          <a:p>
            <a:pPr marL="0" indent="0">
              <a:buNone/>
            </a:pPr>
            <a:r>
              <a:rPr lang="en-US"/>
              <a:t>Enterprise-Ready &amp; Vendor-Neutral</a:t>
            </a:r>
          </a:p>
          <a:p>
            <a:r>
              <a:rPr lang="en-US" sz="2000" b="1">
                <a:solidFill>
                  <a:srgbClr val="D4D4D4"/>
                </a:solidFill>
                <a:latin typeface="Lufga" panose="020B0604020202020204" charset="0"/>
              </a:rPr>
              <a:t>Built on </a:t>
            </a:r>
            <a:r>
              <a:rPr lang="en-US" sz="2000" b="1" err="1">
                <a:solidFill>
                  <a:srgbClr val="D4D4D4"/>
                </a:solidFill>
                <a:latin typeface="Lufga" panose="020B0604020202020204" charset="0"/>
              </a:rPr>
              <a:t>Dapr</a:t>
            </a:r>
            <a:r>
              <a:rPr lang="en-US" sz="2000">
                <a:solidFill>
                  <a:srgbClr val="D4D4D4"/>
                </a:solidFill>
                <a:latin typeface="Lufga" panose="020B0604020202020204" charset="0"/>
              </a:rPr>
              <a:t>: Leverages a trusted enterprise framework with observability, security, and resiliency at scale</a:t>
            </a:r>
          </a:p>
          <a:p>
            <a:r>
              <a:rPr lang="en-US" sz="2000" b="1">
                <a:solidFill>
                  <a:srgbClr val="D4D4D4"/>
                </a:solidFill>
                <a:latin typeface="Lufga" panose="020B0604020202020204" charset="0"/>
              </a:rPr>
              <a:t>CNCF Foundation</a:t>
            </a:r>
            <a:r>
              <a:rPr lang="en-US" sz="2000">
                <a:solidFill>
                  <a:srgbClr val="D4D4D4"/>
                </a:solidFill>
                <a:latin typeface="Lufga" panose="020B0604020202020204" charset="0"/>
              </a:rPr>
              <a:t>: Part of the Cloud Native Computing Foundation ecosystem, eliminating vendor lock-in risks</a:t>
            </a:r>
          </a:p>
        </p:txBody>
      </p:sp>
    </p:spTree>
    <p:extLst>
      <p:ext uri="{BB962C8B-B14F-4D97-AF65-F5344CB8AC3E}">
        <p14:creationId xmlns:p14="http://schemas.microsoft.com/office/powerpoint/2010/main" val="292124200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3774E7-F94E-4D6C-7819-7BD6FC74414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5749EB4-3196-E9C0-AE17-BFC675FFDB08}"/>
              </a:ext>
            </a:extLst>
          </p:cNvPr>
          <p:cNvSpPr>
            <a:spLocks noGrp="1"/>
          </p:cNvSpPr>
          <p:nvPr>
            <p:ph type="title"/>
          </p:nvPr>
        </p:nvSpPr>
        <p:spPr>
          <a:xfrm>
            <a:off x="1054100" y="1882775"/>
            <a:ext cx="10515600" cy="1325563"/>
          </a:xfrm>
        </p:spPr>
        <p:txBody>
          <a:bodyPr>
            <a:normAutofit fontScale="90000"/>
          </a:bodyPr>
          <a:lstStyle/>
          <a:p>
            <a:r>
              <a:rPr lang="en-US"/>
              <a:t>Common design patterns and use cases for building agentic systems</a:t>
            </a:r>
            <a:br>
              <a:rPr lang="en-US"/>
            </a:br>
            <a:endParaRPr lang="en-GB"/>
          </a:p>
        </p:txBody>
      </p:sp>
    </p:spTree>
    <p:extLst>
      <p:ext uri="{BB962C8B-B14F-4D97-AF65-F5344CB8AC3E}">
        <p14:creationId xmlns:p14="http://schemas.microsoft.com/office/powerpoint/2010/main" val="286220856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DCC678-32C9-F05E-65B4-0605058AB652}"/>
            </a:ext>
          </a:extLst>
        </p:cNvPr>
        <p:cNvGrpSpPr/>
        <p:nvPr/>
      </p:nvGrpSpPr>
      <p:grpSpPr>
        <a:xfrm>
          <a:off x="0" y="0"/>
          <a:ext cx="0" cy="0"/>
          <a:chOff x="0" y="0"/>
          <a:chExt cx="0" cy="0"/>
        </a:xfrm>
      </p:grpSpPr>
      <p:sp>
        <p:nvSpPr>
          <p:cNvPr id="6" name="Title 1">
            <a:extLst>
              <a:ext uri="{FF2B5EF4-FFF2-40B4-BE49-F238E27FC236}">
                <a16:creationId xmlns:a16="http://schemas.microsoft.com/office/drawing/2014/main" id="{72A3A1CE-05F1-EED3-7BEA-90800D682235}"/>
              </a:ext>
            </a:extLst>
          </p:cNvPr>
          <p:cNvSpPr>
            <a:spLocks noGrp="1"/>
          </p:cNvSpPr>
          <p:nvPr>
            <p:ph type="title"/>
          </p:nvPr>
        </p:nvSpPr>
        <p:spPr>
          <a:xfrm>
            <a:off x="838200" y="365125"/>
            <a:ext cx="10515600" cy="1325563"/>
          </a:xfrm>
        </p:spPr>
        <p:txBody>
          <a:bodyPr anchor="ctr">
            <a:normAutofit/>
          </a:bodyPr>
          <a:lstStyle/>
          <a:p>
            <a:r>
              <a:rPr lang="en-GB"/>
              <a:t>Pattern 1: Augmented LLM</a:t>
            </a:r>
          </a:p>
        </p:txBody>
      </p:sp>
      <p:pic>
        <p:nvPicPr>
          <p:cNvPr id="8194" name="Picture 2" descr="Diagram showing how the augmented LLM pattern works">
            <a:extLst>
              <a:ext uri="{FF2B5EF4-FFF2-40B4-BE49-F238E27FC236}">
                <a16:creationId xmlns:a16="http://schemas.microsoft.com/office/drawing/2014/main" id="{76EFBCBA-50CF-5778-E28E-7B1FA3D0D63C}"/>
              </a:ext>
            </a:extLst>
          </p:cNvPr>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914400" y="1481360"/>
            <a:ext cx="5181600" cy="3134868"/>
          </a:xfrm>
          <a:prstGeom prst="rect">
            <a:avLst/>
          </a:prstGeom>
          <a:solidFill>
            <a:srgbClr val="FFFFFF"/>
          </a:solidFill>
        </p:spPr>
      </p:pic>
      <p:sp>
        <p:nvSpPr>
          <p:cNvPr id="9" name="Content Placeholder 2">
            <a:extLst>
              <a:ext uri="{FF2B5EF4-FFF2-40B4-BE49-F238E27FC236}">
                <a16:creationId xmlns:a16="http://schemas.microsoft.com/office/drawing/2014/main" id="{B702C0D9-55CF-0A1A-3F13-2DF7773179AF}"/>
              </a:ext>
            </a:extLst>
          </p:cNvPr>
          <p:cNvSpPr>
            <a:spLocks noGrp="1"/>
          </p:cNvSpPr>
          <p:nvPr>
            <p:ph sz="half" idx="2"/>
          </p:nvPr>
        </p:nvSpPr>
        <p:spPr>
          <a:xfrm>
            <a:off x="6210300" y="1481360"/>
            <a:ext cx="5181600" cy="4351338"/>
          </a:xfrm>
        </p:spPr>
        <p:txBody>
          <a:bodyPr>
            <a:normAutofit lnSpcReduction="10000"/>
          </a:bodyPr>
          <a:lstStyle/>
          <a:p>
            <a:pPr marL="0" indent="0">
              <a:buNone/>
            </a:pPr>
            <a:r>
              <a:rPr lang="en-US" sz="2100"/>
              <a:t>Scenarios where you need an LLM with enhanced capabilities but don’t require complex orchestration or autonomous decision-making.</a:t>
            </a:r>
          </a:p>
          <a:p>
            <a:endParaRPr lang="en-US"/>
          </a:p>
          <a:p>
            <a:pPr marL="0" indent="0">
              <a:buNone/>
            </a:pPr>
            <a:r>
              <a:rPr lang="en-US" b="1"/>
              <a:t>Use Cases:</a:t>
            </a:r>
            <a:endParaRPr lang="en-US"/>
          </a:p>
          <a:p>
            <a:r>
              <a:rPr lang="en-US" sz="2100"/>
              <a:t>Personal assistants that remember user preferences.</a:t>
            </a:r>
          </a:p>
          <a:p>
            <a:r>
              <a:rPr lang="en-US" sz="2100"/>
              <a:t>Customer support agents that access product information.</a:t>
            </a:r>
          </a:p>
          <a:p>
            <a:r>
              <a:rPr lang="en-US" sz="2100"/>
              <a:t>Research tools that retrieve and analyze information.</a:t>
            </a:r>
          </a:p>
        </p:txBody>
      </p:sp>
    </p:spTree>
    <p:extLst>
      <p:ext uri="{BB962C8B-B14F-4D97-AF65-F5344CB8AC3E}">
        <p14:creationId xmlns:p14="http://schemas.microsoft.com/office/powerpoint/2010/main" val="208776293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5E5621-39D7-F9AC-E677-F01B68E42800}"/>
            </a:ext>
          </a:extLst>
        </p:cNvPr>
        <p:cNvGrpSpPr/>
        <p:nvPr/>
      </p:nvGrpSpPr>
      <p:grpSpPr>
        <a:xfrm>
          <a:off x="0" y="0"/>
          <a:ext cx="0" cy="0"/>
          <a:chOff x="0" y="0"/>
          <a:chExt cx="0" cy="0"/>
        </a:xfrm>
      </p:grpSpPr>
      <p:sp>
        <p:nvSpPr>
          <p:cNvPr id="6" name="Title 1">
            <a:extLst>
              <a:ext uri="{FF2B5EF4-FFF2-40B4-BE49-F238E27FC236}">
                <a16:creationId xmlns:a16="http://schemas.microsoft.com/office/drawing/2014/main" id="{F40C1390-ED7B-BF74-346B-0B328AF0296A}"/>
              </a:ext>
            </a:extLst>
          </p:cNvPr>
          <p:cNvSpPr>
            <a:spLocks noGrp="1"/>
          </p:cNvSpPr>
          <p:nvPr>
            <p:ph type="title"/>
          </p:nvPr>
        </p:nvSpPr>
        <p:spPr>
          <a:xfrm>
            <a:off x="838200" y="365125"/>
            <a:ext cx="10515600" cy="1325563"/>
          </a:xfrm>
        </p:spPr>
        <p:txBody>
          <a:bodyPr anchor="ctr">
            <a:normAutofit/>
          </a:bodyPr>
          <a:lstStyle/>
          <a:p>
            <a:r>
              <a:rPr lang="en-GB"/>
              <a:t>Pattern 2: Prompt Chaining</a:t>
            </a:r>
          </a:p>
        </p:txBody>
      </p:sp>
      <p:pic>
        <p:nvPicPr>
          <p:cNvPr id="10242" name="Picture 2" descr="Diagram showing how the prompt chaining pattern works">
            <a:extLst>
              <a:ext uri="{FF2B5EF4-FFF2-40B4-BE49-F238E27FC236}">
                <a16:creationId xmlns:a16="http://schemas.microsoft.com/office/drawing/2014/main" id="{2B59411C-9FF7-5076-2BE8-0ED99DAC85E3}"/>
              </a:ext>
            </a:extLst>
          </p:cNvPr>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914400" y="1450499"/>
            <a:ext cx="5181600" cy="1748789"/>
          </a:xfrm>
          <a:prstGeom prst="rect">
            <a:avLst/>
          </a:prstGeom>
          <a:solidFill>
            <a:srgbClr val="FFFFFF"/>
          </a:solidFill>
        </p:spPr>
      </p:pic>
      <p:sp>
        <p:nvSpPr>
          <p:cNvPr id="9" name="Content Placeholder 2">
            <a:extLst>
              <a:ext uri="{FF2B5EF4-FFF2-40B4-BE49-F238E27FC236}">
                <a16:creationId xmlns:a16="http://schemas.microsoft.com/office/drawing/2014/main" id="{C3195BDC-2C2D-811E-3990-BF0AE3130064}"/>
              </a:ext>
            </a:extLst>
          </p:cNvPr>
          <p:cNvSpPr>
            <a:spLocks noGrp="1"/>
          </p:cNvSpPr>
          <p:nvPr>
            <p:ph sz="half" idx="2"/>
          </p:nvPr>
        </p:nvSpPr>
        <p:spPr>
          <a:xfrm>
            <a:off x="6172200" y="1450499"/>
            <a:ext cx="5181600" cy="4351338"/>
          </a:xfrm>
        </p:spPr>
        <p:txBody>
          <a:bodyPr>
            <a:normAutofit fontScale="92500" lnSpcReduction="10000"/>
          </a:bodyPr>
          <a:lstStyle/>
          <a:p>
            <a:pPr marL="0" indent="0">
              <a:lnSpc>
                <a:spcPct val="80000"/>
              </a:lnSpc>
              <a:buNone/>
            </a:pPr>
            <a:r>
              <a:rPr lang="en-US" sz="2200"/>
              <a:t>Decomposing tasks into a sequence of steps, where each LLM call processes the output of the previous one.</a:t>
            </a:r>
          </a:p>
          <a:p>
            <a:endParaRPr lang="en-US" sz="1800"/>
          </a:p>
          <a:p>
            <a:pPr marL="0" indent="0">
              <a:buNone/>
            </a:pPr>
            <a:r>
              <a:rPr lang="en-US" sz="1800" b="1"/>
              <a:t>Use Cases:</a:t>
            </a:r>
            <a:endParaRPr lang="en-US" sz="1800"/>
          </a:p>
          <a:p>
            <a:r>
              <a:rPr lang="en-US" sz="1800"/>
              <a:t>Resource optimization (sending simple queries to smaller models).</a:t>
            </a:r>
          </a:p>
          <a:p>
            <a:r>
              <a:rPr lang="en-US" sz="1800"/>
              <a:t>Multi-lingual support (routing queries to language-specific handlers).</a:t>
            </a:r>
          </a:p>
          <a:p>
            <a:r>
              <a:rPr lang="en-US" sz="1800"/>
              <a:t>Customer support (directing different query types to specialized handlers).</a:t>
            </a:r>
          </a:p>
          <a:p>
            <a:r>
              <a:rPr lang="en-US" sz="1800"/>
              <a:t>Content creation (routing writing tasks to topic specialists).</a:t>
            </a:r>
          </a:p>
          <a:p>
            <a:r>
              <a:rPr lang="en-US" sz="1800"/>
              <a:t>Hybrid LLM systems (using different models for different tasks).</a:t>
            </a:r>
          </a:p>
        </p:txBody>
      </p:sp>
    </p:spTree>
    <p:extLst>
      <p:ext uri="{BB962C8B-B14F-4D97-AF65-F5344CB8AC3E}">
        <p14:creationId xmlns:p14="http://schemas.microsoft.com/office/powerpoint/2010/main" val="347934739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82FDEA-D9F9-ECBA-453B-1F8F2689C11F}"/>
            </a:ext>
          </a:extLst>
        </p:cNvPr>
        <p:cNvGrpSpPr/>
        <p:nvPr/>
      </p:nvGrpSpPr>
      <p:grpSpPr>
        <a:xfrm>
          <a:off x="0" y="0"/>
          <a:ext cx="0" cy="0"/>
          <a:chOff x="0" y="0"/>
          <a:chExt cx="0" cy="0"/>
        </a:xfrm>
      </p:grpSpPr>
      <p:sp>
        <p:nvSpPr>
          <p:cNvPr id="6" name="Title 1">
            <a:extLst>
              <a:ext uri="{FF2B5EF4-FFF2-40B4-BE49-F238E27FC236}">
                <a16:creationId xmlns:a16="http://schemas.microsoft.com/office/drawing/2014/main" id="{8628E1A7-E586-6E48-A3C3-37707BA933BA}"/>
              </a:ext>
            </a:extLst>
          </p:cNvPr>
          <p:cNvSpPr>
            <a:spLocks noGrp="1"/>
          </p:cNvSpPr>
          <p:nvPr>
            <p:ph type="title"/>
          </p:nvPr>
        </p:nvSpPr>
        <p:spPr>
          <a:xfrm>
            <a:off x="838200" y="365125"/>
            <a:ext cx="10515600" cy="1325563"/>
          </a:xfrm>
        </p:spPr>
        <p:txBody>
          <a:bodyPr anchor="ctr">
            <a:normAutofit/>
          </a:bodyPr>
          <a:lstStyle/>
          <a:p>
            <a:r>
              <a:rPr lang="en-GB"/>
              <a:t>Pattern 3: Routing</a:t>
            </a:r>
          </a:p>
        </p:txBody>
      </p:sp>
      <p:pic>
        <p:nvPicPr>
          <p:cNvPr id="11266" name="Picture 2" descr="Diagram showing how the routing pattern works">
            <a:extLst>
              <a:ext uri="{FF2B5EF4-FFF2-40B4-BE49-F238E27FC236}">
                <a16:creationId xmlns:a16="http://schemas.microsoft.com/office/drawing/2014/main" id="{03B5DD7B-B1BD-4596-55CB-4669B5A819A3}"/>
              </a:ext>
            </a:extLst>
          </p:cNvPr>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914400" y="1436688"/>
            <a:ext cx="5181600" cy="1930145"/>
          </a:xfrm>
          <a:prstGeom prst="rect">
            <a:avLst/>
          </a:prstGeom>
          <a:solidFill>
            <a:srgbClr val="FFFFFF"/>
          </a:solidFill>
        </p:spPr>
      </p:pic>
      <p:sp>
        <p:nvSpPr>
          <p:cNvPr id="9" name="Content Placeholder 2">
            <a:extLst>
              <a:ext uri="{FF2B5EF4-FFF2-40B4-BE49-F238E27FC236}">
                <a16:creationId xmlns:a16="http://schemas.microsoft.com/office/drawing/2014/main" id="{31F65B82-9622-AD55-28CA-EC9233BB675A}"/>
              </a:ext>
            </a:extLst>
          </p:cNvPr>
          <p:cNvSpPr>
            <a:spLocks noGrp="1"/>
          </p:cNvSpPr>
          <p:nvPr>
            <p:ph sz="half" idx="2"/>
          </p:nvPr>
        </p:nvSpPr>
        <p:spPr>
          <a:xfrm>
            <a:off x="6172200" y="1550988"/>
            <a:ext cx="5181600" cy="4351338"/>
          </a:xfrm>
        </p:spPr>
        <p:txBody>
          <a:bodyPr>
            <a:normAutofit/>
          </a:bodyPr>
          <a:lstStyle/>
          <a:p>
            <a:pPr marL="0" indent="0">
              <a:buNone/>
            </a:pPr>
            <a:r>
              <a:rPr lang="en-US" sz="1800"/>
              <a:t>Addresses diverse request types by classifying inputs and directing them to specialized follow-up tasks.</a:t>
            </a:r>
          </a:p>
          <a:p>
            <a:endParaRPr lang="en-US" sz="1800"/>
          </a:p>
          <a:p>
            <a:pPr marL="0" indent="0">
              <a:buNone/>
            </a:pPr>
            <a:r>
              <a:rPr lang="en-US" sz="1800" b="1"/>
              <a:t>Use Cases:</a:t>
            </a:r>
          </a:p>
          <a:p>
            <a:r>
              <a:rPr lang="en-US" sz="1800"/>
              <a:t>Content generation (creating outlines first, then expanding, then reviewing).</a:t>
            </a:r>
          </a:p>
          <a:p>
            <a:r>
              <a:rPr lang="en-US" sz="1800"/>
              <a:t>Multi-stage analysis (performing complex analysis into sequential steps).</a:t>
            </a:r>
          </a:p>
          <a:p>
            <a:r>
              <a:rPr lang="en-US" sz="1800"/>
              <a:t>Quality assurance workflows (adding validation between processing steps).</a:t>
            </a:r>
          </a:p>
          <a:p>
            <a:pPr marL="0" indent="0">
              <a:buNone/>
            </a:pPr>
            <a:endParaRPr lang="en-US" sz="1800"/>
          </a:p>
        </p:txBody>
      </p:sp>
    </p:spTree>
    <p:extLst>
      <p:ext uri="{BB962C8B-B14F-4D97-AF65-F5344CB8AC3E}">
        <p14:creationId xmlns:p14="http://schemas.microsoft.com/office/powerpoint/2010/main" val="379442048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A54A5D-3FA5-2E7A-A613-D260609FD9B4}"/>
            </a:ext>
          </a:extLst>
        </p:cNvPr>
        <p:cNvGrpSpPr/>
        <p:nvPr/>
      </p:nvGrpSpPr>
      <p:grpSpPr>
        <a:xfrm>
          <a:off x="0" y="0"/>
          <a:ext cx="0" cy="0"/>
          <a:chOff x="0" y="0"/>
          <a:chExt cx="0" cy="0"/>
        </a:xfrm>
      </p:grpSpPr>
      <p:sp>
        <p:nvSpPr>
          <p:cNvPr id="6" name="Title 1">
            <a:extLst>
              <a:ext uri="{FF2B5EF4-FFF2-40B4-BE49-F238E27FC236}">
                <a16:creationId xmlns:a16="http://schemas.microsoft.com/office/drawing/2014/main" id="{B1732559-9297-E7DC-8B79-D18B8EC2C70B}"/>
              </a:ext>
            </a:extLst>
          </p:cNvPr>
          <p:cNvSpPr>
            <a:spLocks noGrp="1"/>
          </p:cNvSpPr>
          <p:nvPr>
            <p:ph type="title"/>
          </p:nvPr>
        </p:nvSpPr>
        <p:spPr>
          <a:xfrm>
            <a:off x="838200" y="365125"/>
            <a:ext cx="10515600" cy="1325563"/>
          </a:xfrm>
        </p:spPr>
        <p:txBody>
          <a:bodyPr anchor="ctr">
            <a:normAutofit/>
          </a:bodyPr>
          <a:lstStyle/>
          <a:p>
            <a:r>
              <a:rPr lang="en-GB"/>
              <a:t>Pattern 4: Parallelization</a:t>
            </a:r>
          </a:p>
        </p:txBody>
      </p:sp>
      <p:pic>
        <p:nvPicPr>
          <p:cNvPr id="12290" name="Picture 2" descr="Diagram showing how the parallelization pattern works">
            <a:extLst>
              <a:ext uri="{FF2B5EF4-FFF2-40B4-BE49-F238E27FC236}">
                <a16:creationId xmlns:a16="http://schemas.microsoft.com/office/drawing/2014/main" id="{9AFE22F9-D0E4-3DFA-3BC5-AE2F116BB84B}"/>
              </a:ext>
            </a:extLst>
          </p:cNvPr>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914400" y="1425607"/>
            <a:ext cx="5181600" cy="1696973"/>
          </a:xfrm>
          <a:prstGeom prst="rect">
            <a:avLst/>
          </a:prstGeom>
          <a:solidFill>
            <a:srgbClr val="FFFFFF"/>
          </a:solidFill>
        </p:spPr>
      </p:pic>
      <p:sp>
        <p:nvSpPr>
          <p:cNvPr id="9" name="Content Placeholder 2">
            <a:extLst>
              <a:ext uri="{FF2B5EF4-FFF2-40B4-BE49-F238E27FC236}">
                <a16:creationId xmlns:a16="http://schemas.microsoft.com/office/drawing/2014/main" id="{81831BF8-16D4-717D-65C0-DF4D7F6266B2}"/>
              </a:ext>
            </a:extLst>
          </p:cNvPr>
          <p:cNvSpPr>
            <a:spLocks noGrp="1"/>
          </p:cNvSpPr>
          <p:nvPr>
            <p:ph sz="half" idx="2"/>
          </p:nvPr>
        </p:nvSpPr>
        <p:spPr>
          <a:xfrm>
            <a:off x="6172200" y="1425607"/>
            <a:ext cx="5181600" cy="4351338"/>
          </a:xfrm>
        </p:spPr>
        <p:txBody>
          <a:bodyPr>
            <a:normAutofit fontScale="85000" lnSpcReduction="20000"/>
          </a:bodyPr>
          <a:lstStyle/>
          <a:p>
            <a:pPr marL="0" indent="0">
              <a:buNone/>
            </a:pPr>
            <a:r>
              <a:rPr lang="en-US"/>
              <a:t>Enables processing multiple dimensions of a problem simultaneously, with outputs aggregated programmatically.</a:t>
            </a:r>
          </a:p>
          <a:p>
            <a:pPr marL="0" indent="0">
              <a:buNone/>
            </a:pPr>
            <a:endParaRPr lang="en-US" sz="2200"/>
          </a:p>
          <a:p>
            <a:pPr marL="0" indent="0">
              <a:buNone/>
            </a:pPr>
            <a:r>
              <a:rPr lang="en-US" sz="2600" b="1"/>
              <a:t>Use Cases:</a:t>
            </a:r>
          </a:p>
          <a:p>
            <a:r>
              <a:rPr lang="en-US" sz="2200"/>
              <a:t>Complex research (processing different aspects of a topic in parallel).</a:t>
            </a:r>
          </a:p>
          <a:p>
            <a:r>
              <a:rPr lang="en-US" sz="2200"/>
              <a:t>Multi-faceted planning (creating various elements of a plan concurrently).</a:t>
            </a:r>
          </a:p>
          <a:p>
            <a:r>
              <a:rPr lang="en-US" sz="2200"/>
              <a:t>Product analysis (analyzing different aspects of a product in parallel).</a:t>
            </a:r>
          </a:p>
          <a:p>
            <a:r>
              <a:rPr lang="en-US" sz="2200"/>
              <a:t>Content creation (generating multiple sections of a document simultaneously).</a:t>
            </a:r>
          </a:p>
          <a:p>
            <a:pPr marL="0" indent="0">
              <a:buNone/>
            </a:pPr>
            <a:endParaRPr lang="en-US" sz="2200"/>
          </a:p>
        </p:txBody>
      </p:sp>
    </p:spTree>
    <p:extLst>
      <p:ext uri="{BB962C8B-B14F-4D97-AF65-F5344CB8AC3E}">
        <p14:creationId xmlns:p14="http://schemas.microsoft.com/office/powerpoint/2010/main" val="14973933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93976C-6C2C-0FD1-B4C4-F2343DA057B1}"/>
            </a:ext>
          </a:extLst>
        </p:cNvPr>
        <p:cNvGrpSpPr/>
        <p:nvPr/>
      </p:nvGrpSpPr>
      <p:grpSpPr>
        <a:xfrm>
          <a:off x="0" y="0"/>
          <a:ext cx="0" cy="0"/>
          <a:chOff x="0" y="0"/>
          <a:chExt cx="0" cy="0"/>
        </a:xfrm>
      </p:grpSpPr>
      <p:sp>
        <p:nvSpPr>
          <p:cNvPr id="6" name="Title 1">
            <a:extLst>
              <a:ext uri="{FF2B5EF4-FFF2-40B4-BE49-F238E27FC236}">
                <a16:creationId xmlns:a16="http://schemas.microsoft.com/office/drawing/2014/main" id="{8F0362CA-56D6-ECD3-B412-78105AA296B2}"/>
              </a:ext>
            </a:extLst>
          </p:cNvPr>
          <p:cNvSpPr>
            <a:spLocks noGrp="1"/>
          </p:cNvSpPr>
          <p:nvPr>
            <p:ph type="title"/>
          </p:nvPr>
        </p:nvSpPr>
        <p:spPr>
          <a:xfrm>
            <a:off x="838200" y="365125"/>
            <a:ext cx="10515600" cy="1325563"/>
          </a:xfrm>
        </p:spPr>
        <p:txBody>
          <a:bodyPr anchor="ctr">
            <a:normAutofit/>
          </a:bodyPr>
          <a:lstStyle/>
          <a:p>
            <a:r>
              <a:rPr lang="en-GB"/>
              <a:t>Pattern 5: Orchestrator-Workers</a:t>
            </a:r>
          </a:p>
        </p:txBody>
      </p:sp>
      <p:pic>
        <p:nvPicPr>
          <p:cNvPr id="13314" name="Picture 2" descr="Diagram showing how the orchestrator-workers pattern works">
            <a:extLst>
              <a:ext uri="{FF2B5EF4-FFF2-40B4-BE49-F238E27FC236}">
                <a16:creationId xmlns:a16="http://schemas.microsoft.com/office/drawing/2014/main" id="{21AB37CE-03BB-F2F0-D126-025349BC2FD9}"/>
              </a:ext>
            </a:extLst>
          </p:cNvPr>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838201" y="1586135"/>
            <a:ext cx="5181600" cy="1515618"/>
          </a:xfrm>
          <a:prstGeom prst="rect">
            <a:avLst/>
          </a:prstGeom>
          <a:solidFill>
            <a:srgbClr val="FFFFFF"/>
          </a:solidFill>
        </p:spPr>
      </p:pic>
      <p:sp>
        <p:nvSpPr>
          <p:cNvPr id="9" name="Content Placeholder 2">
            <a:extLst>
              <a:ext uri="{FF2B5EF4-FFF2-40B4-BE49-F238E27FC236}">
                <a16:creationId xmlns:a16="http://schemas.microsoft.com/office/drawing/2014/main" id="{CB8B3E7A-DD97-976F-F133-962E1955C95D}"/>
              </a:ext>
            </a:extLst>
          </p:cNvPr>
          <p:cNvSpPr>
            <a:spLocks noGrp="1"/>
          </p:cNvSpPr>
          <p:nvPr>
            <p:ph sz="half" idx="2"/>
          </p:nvPr>
        </p:nvSpPr>
        <p:spPr>
          <a:xfrm>
            <a:off x="6172201" y="1586135"/>
            <a:ext cx="5181600" cy="4351338"/>
          </a:xfrm>
        </p:spPr>
        <p:txBody>
          <a:bodyPr>
            <a:normAutofit/>
          </a:bodyPr>
          <a:lstStyle/>
          <a:p>
            <a:pPr marL="0" indent="0">
              <a:buNone/>
            </a:pPr>
            <a:r>
              <a:rPr lang="en-US" sz="1800"/>
              <a:t>A central orchestrator LLM that dynamically breaks down tasks, delegates them to worker LLMs, and synthesizes their results.</a:t>
            </a:r>
          </a:p>
          <a:p>
            <a:pPr marL="0" indent="0">
              <a:buNone/>
            </a:pPr>
            <a:endParaRPr lang="en-US" sz="1800"/>
          </a:p>
          <a:p>
            <a:pPr marL="0" indent="0">
              <a:buNone/>
            </a:pPr>
            <a:r>
              <a:rPr lang="en-US" sz="1800" b="1"/>
              <a:t>Use Cases:</a:t>
            </a:r>
          </a:p>
          <a:p>
            <a:r>
              <a:rPr lang="en-US" sz="1800"/>
              <a:t>Software development tasks spanning multiple files.</a:t>
            </a:r>
          </a:p>
          <a:p>
            <a:r>
              <a:rPr lang="en-US" sz="1800"/>
              <a:t>Research gathering information from multiple sources.</a:t>
            </a:r>
          </a:p>
          <a:p>
            <a:r>
              <a:rPr lang="en-US" sz="1800"/>
              <a:t>Business analysis evaluating different facets of a complex problem.</a:t>
            </a:r>
          </a:p>
          <a:p>
            <a:r>
              <a:rPr lang="en-US" sz="1800"/>
              <a:t>Content creation combining specialized content from various domains.</a:t>
            </a:r>
          </a:p>
        </p:txBody>
      </p:sp>
    </p:spTree>
    <p:extLst>
      <p:ext uri="{BB962C8B-B14F-4D97-AF65-F5344CB8AC3E}">
        <p14:creationId xmlns:p14="http://schemas.microsoft.com/office/powerpoint/2010/main" val="98265232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C30659-D442-796A-D701-74956A2E481C}"/>
            </a:ext>
          </a:extLst>
        </p:cNvPr>
        <p:cNvGrpSpPr/>
        <p:nvPr/>
      </p:nvGrpSpPr>
      <p:grpSpPr>
        <a:xfrm>
          <a:off x="0" y="0"/>
          <a:ext cx="0" cy="0"/>
          <a:chOff x="0" y="0"/>
          <a:chExt cx="0" cy="0"/>
        </a:xfrm>
      </p:grpSpPr>
      <p:sp>
        <p:nvSpPr>
          <p:cNvPr id="6" name="Title 1">
            <a:extLst>
              <a:ext uri="{FF2B5EF4-FFF2-40B4-BE49-F238E27FC236}">
                <a16:creationId xmlns:a16="http://schemas.microsoft.com/office/drawing/2014/main" id="{00D265E0-ABED-87BE-1BAE-6030030D3489}"/>
              </a:ext>
            </a:extLst>
          </p:cNvPr>
          <p:cNvSpPr>
            <a:spLocks noGrp="1"/>
          </p:cNvSpPr>
          <p:nvPr>
            <p:ph type="title"/>
          </p:nvPr>
        </p:nvSpPr>
        <p:spPr>
          <a:xfrm>
            <a:off x="838200" y="365125"/>
            <a:ext cx="10515600" cy="1325563"/>
          </a:xfrm>
        </p:spPr>
        <p:txBody>
          <a:bodyPr anchor="ctr">
            <a:normAutofit/>
          </a:bodyPr>
          <a:lstStyle/>
          <a:p>
            <a:r>
              <a:rPr lang="en-GB"/>
              <a:t>Pattern 6: Evaluator-Optimizer</a:t>
            </a:r>
          </a:p>
        </p:txBody>
      </p:sp>
      <p:pic>
        <p:nvPicPr>
          <p:cNvPr id="14338" name="Picture 2" descr="Diagram showing how the evaluator-optimizer pattern works">
            <a:extLst>
              <a:ext uri="{FF2B5EF4-FFF2-40B4-BE49-F238E27FC236}">
                <a16:creationId xmlns:a16="http://schemas.microsoft.com/office/drawing/2014/main" id="{948828C9-96AD-8179-2997-067A49959209}"/>
              </a:ext>
            </a:extLst>
          </p:cNvPr>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914400" y="1503712"/>
            <a:ext cx="5181600" cy="2150364"/>
          </a:xfrm>
          <a:prstGeom prst="rect">
            <a:avLst/>
          </a:prstGeom>
          <a:solidFill>
            <a:srgbClr val="FFFFFF"/>
          </a:solidFill>
        </p:spPr>
      </p:pic>
      <p:sp>
        <p:nvSpPr>
          <p:cNvPr id="9" name="Content Placeholder 2">
            <a:extLst>
              <a:ext uri="{FF2B5EF4-FFF2-40B4-BE49-F238E27FC236}">
                <a16:creationId xmlns:a16="http://schemas.microsoft.com/office/drawing/2014/main" id="{A03C2437-4670-C6C4-7C2B-3EE640E36F8D}"/>
              </a:ext>
            </a:extLst>
          </p:cNvPr>
          <p:cNvSpPr>
            <a:spLocks noGrp="1"/>
          </p:cNvSpPr>
          <p:nvPr>
            <p:ph sz="half" idx="2"/>
          </p:nvPr>
        </p:nvSpPr>
        <p:spPr>
          <a:xfrm>
            <a:off x="6172200" y="1478407"/>
            <a:ext cx="5181600" cy="4351338"/>
          </a:xfrm>
        </p:spPr>
        <p:txBody>
          <a:bodyPr>
            <a:normAutofit lnSpcReduction="10000"/>
          </a:bodyPr>
          <a:lstStyle/>
          <a:p>
            <a:pPr marL="0" indent="0">
              <a:buNone/>
            </a:pPr>
            <a:r>
              <a:rPr lang="en-US" sz="1800"/>
              <a:t>Implements a dual-LLM process where one model generates responses while another provides evaluation and feedback in an iterative loop.</a:t>
            </a:r>
          </a:p>
          <a:p>
            <a:pPr marL="0" indent="0">
              <a:buNone/>
            </a:pPr>
            <a:endParaRPr lang="en-US" sz="1800"/>
          </a:p>
          <a:p>
            <a:pPr marL="0" indent="0">
              <a:buNone/>
            </a:pPr>
            <a:r>
              <a:rPr lang="en-US" sz="1800" b="1"/>
              <a:t>Use Cases:</a:t>
            </a:r>
          </a:p>
          <a:p>
            <a:r>
              <a:rPr lang="en-US" sz="1900"/>
              <a:t>Content creation requiring adherence to specific style guidelines.</a:t>
            </a:r>
          </a:p>
          <a:p>
            <a:r>
              <a:rPr lang="en-US" sz="1900"/>
              <a:t>Translation needing nuanced understanding and expression.</a:t>
            </a:r>
          </a:p>
          <a:p>
            <a:r>
              <a:rPr lang="en-US" sz="1900"/>
              <a:t>Code generation meeting specific requirements and handling edge cases.</a:t>
            </a:r>
          </a:p>
          <a:p>
            <a:r>
              <a:rPr lang="en-US" sz="1900"/>
              <a:t>Complex search requiring multiple rounds of information gathering and refinement.</a:t>
            </a:r>
          </a:p>
        </p:txBody>
      </p:sp>
    </p:spTree>
    <p:extLst>
      <p:ext uri="{BB962C8B-B14F-4D97-AF65-F5344CB8AC3E}">
        <p14:creationId xmlns:p14="http://schemas.microsoft.com/office/powerpoint/2010/main" val="343471039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E08779-AB8C-EFA5-AB25-26B87B1817A1}"/>
            </a:ext>
          </a:extLst>
        </p:cNvPr>
        <p:cNvGrpSpPr/>
        <p:nvPr/>
      </p:nvGrpSpPr>
      <p:grpSpPr>
        <a:xfrm>
          <a:off x="0" y="0"/>
          <a:ext cx="0" cy="0"/>
          <a:chOff x="0" y="0"/>
          <a:chExt cx="0" cy="0"/>
        </a:xfrm>
      </p:grpSpPr>
      <p:sp>
        <p:nvSpPr>
          <p:cNvPr id="6" name="Title 1">
            <a:extLst>
              <a:ext uri="{FF2B5EF4-FFF2-40B4-BE49-F238E27FC236}">
                <a16:creationId xmlns:a16="http://schemas.microsoft.com/office/drawing/2014/main" id="{568AA819-F96E-3520-EC50-D51E478ABF43}"/>
              </a:ext>
            </a:extLst>
          </p:cNvPr>
          <p:cNvSpPr>
            <a:spLocks noGrp="1"/>
          </p:cNvSpPr>
          <p:nvPr>
            <p:ph type="title"/>
          </p:nvPr>
        </p:nvSpPr>
        <p:spPr>
          <a:xfrm>
            <a:off x="838200" y="365125"/>
            <a:ext cx="10515600" cy="1325563"/>
          </a:xfrm>
        </p:spPr>
        <p:txBody>
          <a:bodyPr anchor="ctr">
            <a:normAutofit/>
          </a:bodyPr>
          <a:lstStyle/>
          <a:p>
            <a:r>
              <a:rPr lang="en-GB"/>
              <a:t>Pattern 7: Durable Agent</a:t>
            </a:r>
          </a:p>
        </p:txBody>
      </p:sp>
      <p:pic>
        <p:nvPicPr>
          <p:cNvPr id="15364" name="Picture 4" descr="Diagram showing how the durable agent pattern works">
            <a:extLst>
              <a:ext uri="{FF2B5EF4-FFF2-40B4-BE49-F238E27FC236}">
                <a16:creationId xmlns:a16="http://schemas.microsoft.com/office/drawing/2014/main" id="{86456072-2B8B-C44B-E494-9588EEA8A7EE}"/>
              </a:ext>
            </a:extLst>
          </p:cNvPr>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838201" y="1686687"/>
            <a:ext cx="5181600" cy="3484626"/>
          </a:xfrm>
          <a:prstGeom prst="rect">
            <a:avLst/>
          </a:prstGeom>
          <a:solidFill>
            <a:srgbClr val="FFFFFF"/>
          </a:solidFill>
        </p:spPr>
      </p:pic>
      <p:sp>
        <p:nvSpPr>
          <p:cNvPr id="9" name="Content Placeholder 2">
            <a:extLst>
              <a:ext uri="{FF2B5EF4-FFF2-40B4-BE49-F238E27FC236}">
                <a16:creationId xmlns:a16="http://schemas.microsoft.com/office/drawing/2014/main" id="{D0106729-54A0-35CD-6369-FD622C5EFB9A}"/>
              </a:ext>
            </a:extLst>
          </p:cNvPr>
          <p:cNvSpPr>
            <a:spLocks noGrp="1"/>
          </p:cNvSpPr>
          <p:nvPr>
            <p:ph sz="half" idx="2"/>
          </p:nvPr>
        </p:nvSpPr>
        <p:spPr>
          <a:xfrm>
            <a:off x="6172201" y="1686687"/>
            <a:ext cx="5181600" cy="4351338"/>
          </a:xfrm>
        </p:spPr>
        <p:txBody>
          <a:bodyPr>
            <a:normAutofit fontScale="92500" lnSpcReduction="20000"/>
          </a:bodyPr>
          <a:lstStyle/>
          <a:p>
            <a:pPr marL="0" indent="0">
              <a:buNone/>
            </a:pPr>
            <a:r>
              <a:rPr lang="en-US" sz="1800"/>
              <a:t>Dynamically creates workflows with durable activities for each interaction, where LLM calls and tool executions are stored reliably in </a:t>
            </a:r>
            <a:r>
              <a:rPr lang="en-US" sz="1800" err="1"/>
              <a:t>Dapr’s</a:t>
            </a:r>
            <a:r>
              <a:rPr lang="en-US" sz="1800"/>
              <a:t> state stores</a:t>
            </a:r>
          </a:p>
          <a:p>
            <a:pPr marL="0" indent="0">
              <a:buNone/>
            </a:pPr>
            <a:r>
              <a:rPr lang="en-US" sz="1800" b="1"/>
              <a:t>Use Cases:</a:t>
            </a:r>
          </a:p>
          <a:p>
            <a:r>
              <a:rPr lang="en-US" sz="2100"/>
              <a:t>Long-running tasks that may take minutes or days to complete.</a:t>
            </a:r>
          </a:p>
          <a:p>
            <a:r>
              <a:rPr lang="en-US" sz="2100"/>
              <a:t>Distributed systems running across multiple services.</a:t>
            </a:r>
          </a:p>
          <a:p>
            <a:r>
              <a:rPr lang="en-US" sz="2100"/>
              <a:t>Customer support handling complex multi-session tickets.</a:t>
            </a:r>
          </a:p>
          <a:p>
            <a:r>
              <a:rPr lang="en-US" sz="2100"/>
              <a:t>Business processes with LLM intelligence at each step.</a:t>
            </a:r>
          </a:p>
          <a:p>
            <a:r>
              <a:rPr lang="en-US" sz="2100"/>
              <a:t>Personal assistants handling scheduling and information lookup.</a:t>
            </a:r>
          </a:p>
          <a:p>
            <a:r>
              <a:rPr lang="en-US" sz="2100"/>
              <a:t>Autonomous background processes triggered by external systems.</a:t>
            </a:r>
          </a:p>
        </p:txBody>
      </p:sp>
    </p:spTree>
    <p:extLst>
      <p:ext uri="{BB962C8B-B14F-4D97-AF65-F5344CB8AC3E}">
        <p14:creationId xmlns:p14="http://schemas.microsoft.com/office/powerpoint/2010/main" val="58386323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6D3382-7075-A431-2A4E-1C2B226F329F}"/>
              </a:ext>
            </a:extLst>
          </p:cNvPr>
          <p:cNvSpPr>
            <a:spLocks noGrp="1"/>
          </p:cNvSpPr>
          <p:nvPr>
            <p:ph type="title"/>
          </p:nvPr>
        </p:nvSpPr>
        <p:spPr>
          <a:xfrm>
            <a:off x="3912920" y="2715606"/>
            <a:ext cx="3985288" cy="1325563"/>
          </a:xfrm>
        </p:spPr>
        <p:txBody>
          <a:bodyPr/>
          <a:lstStyle/>
          <a:p>
            <a:r>
              <a:rPr lang="en-US"/>
              <a:t>DEMO TIME!!!</a:t>
            </a:r>
            <a:endParaRPr lang="es-ES"/>
          </a:p>
        </p:txBody>
      </p:sp>
    </p:spTree>
    <p:extLst>
      <p:ext uri="{BB962C8B-B14F-4D97-AF65-F5344CB8AC3E}">
        <p14:creationId xmlns:p14="http://schemas.microsoft.com/office/powerpoint/2010/main" val="379836397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005A21-AF07-5D89-FAE3-0AA1DD66EF64}"/>
            </a:ext>
          </a:extLst>
        </p:cNvPr>
        <p:cNvGrpSpPr/>
        <p:nvPr/>
      </p:nvGrpSpPr>
      <p:grpSpPr>
        <a:xfrm>
          <a:off x="0" y="0"/>
          <a:ext cx="0" cy="0"/>
          <a:chOff x="0" y="0"/>
          <a:chExt cx="0" cy="0"/>
        </a:xfrm>
      </p:grpSpPr>
      <p:pic>
        <p:nvPicPr>
          <p:cNvPr id="15" name="Picture 14" descr="A green background with a group of buildings and text&#10;&#10;AI-generated content may be incorrect.">
            <a:extLst>
              <a:ext uri="{FF2B5EF4-FFF2-40B4-BE49-F238E27FC236}">
                <a16:creationId xmlns:a16="http://schemas.microsoft.com/office/drawing/2014/main" id="{219598F9-57FA-29D6-C5E1-BCD16B19552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pic>
        <p:nvPicPr>
          <p:cNvPr id="7" name="Picture 6">
            <a:extLst>
              <a:ext uri="{FF2B5EF4-FFF2-40B4-BE49-F238E27FC236}">
                <a16:creationId xmlns:a16="http://schemas.microsoft.com/office/drawing/2014/main" id="{84D1DEC5-D317-AFB1-0333-BD0DEDA12BF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027005" y="751743"/>
            <a:ext cx="4289461" cy="4289461"/>
          </a:xfrm>
          <a:prstGeom prst="rect">
            <a:avLst/>
          </a:prstGeom>
          <a:ln w="57150">
            <a:solidFill>
              <a:srgbClr val="113836"/>
            </a:solidFill>
          </a:ln>
        </p:spPr>
      </p:pic>
      <p:sp>
        <p:nvSpPr>
          <p:cNvPr id="2" name="Rectangle: Rounded Corners 1">
            <a:extLst>
              <a:ext uri="{FF2B5EF4-FFF2-40B4-BE49-F238E27FC236}">
                <a16:creationId xmlns:a16="http://schemas.microsoft.com/office/drawing/2014/main" id="{1B294832-9290-3293-2D17-9FC7F81C3D21}"/>
              </a:ext>
            </a:extLst>
          </p:cNvPr>
          <p:cNvSpPr/>
          <p:nvPr/>
        </p:nvSpPr>
        <p:spPr>
          <a:xfrm rot="21385415">
            <a:off x="7633194" y="4936461"/>
            <a:ext cx="3283974" cy="523568"/>
          </a:xfrm>
          <a:prstGeom prst="roundRect">
            <a:avLst/>
          </a:prstGeom>
          <a:solidFill>
            <a:srgbClr val="D5522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3714B105-FFED-E8DB-8ACC-412A03BD949E}"/>
              </a:ext>
            </a:extLst>
          </p:cNvPr>
          <p:cNvSpPr txBox="1"/>
          <p:nvPr/>
        </p:nvSpPr>
        <p:spPr>
          <a:xfrm rot="21393749">
            <a:off x="7692899" y="5013578"/>
            <a:ext cx="3164564" cy="369332"/>
          </a:xfrm>
          <a:prstGeom prst="rect">
            <a:avLst/>
          </a:prstGeom>
          <a:noFill/>
        </p:spPr>
        <p:txBody>
          <a:bodyPr wrap="square">
            <a:spAutoFit/>
          </a:bodyPr>
          <a:lstStyle/>
          <a:p>
            <a:r>
              <a:rPr lang="en-US">
                <a:solidFill>
                  <a:schemeClr val="bg1"/>
                </a:solidFill>
                <a:latin typeface="Lufga" panose="00000500000000000000" pitchFamily="50" charset="0"/>
                <a:cs typeface="Lao UI" panose="020F0502020204030204" pitchFamily="34" charset="0"/>
              </a:rPr>
              <a:t>https://globalai.es/</a:t>
            </a:r>
          </a:p>
        </p:txBody>
      </p:sp>
      <p:sp>
        <p:nvSpPr>
          <p:cNvPr id="3" name="TextBox 2">
            <a:extLst>
              <a:ext uri="{FF2B5EF4-FFF2-40B4-BE49-F238E27FC236}">
                <a16:creationId xmlns:a16="http://schemas.microsoft.com/office/drawing/2014/main" id="{4EB83FE4-3F31-8D4A-CC34-7937D2B7910A}"/>
              </a:ext>
            </a:extLst>
          </p:cNvPr>
          <p:cNvSpPr txBox="1"/>
          <p:nvPr/>
        </p:nvSpPr>
        <p:spPr>
          <a:xfrm>
            <a:off x="7703035" y="6349561"/>
            <a:ext cx="4218969" cy="338554"/>
          </a:xfrm>
          <a:prstGeom prst="rect">
            <a:avLst/>
          </a:prstGeom>
          <a:noFill/>
        </p:spPr>
        <p:txBody>
          <a:bodyPr wrap="square">
            <a:spAutoFit/>
          </a:bodyPr>
          <a:lstStyle/>
          <a:p>
            <a:pPr algn="r"/>
            <a:r>
              <a:rPr lang="en-GB" sz="1600" b="0" i="0">
                <a:solidFill>
                  <a:schemeClr val="bg1"/>
                </a:solidFill>
                <a:effectLst/>
                <a:latin typeface="Lufga" panose="020B0604020202020204" charset="0"/>
              </a:rPr>
              <a:t>#AgentCamp </a:t>
            </a:r>
            <a:r>
              <a:rPr lang="en-GB" sz="1600">
                <a:solidFill>
                  <a:schemeClr val="bg1"/>
                </a:solidFill>
                <a:latin typeface="Lufga" panose="020B0604020202020204" charset="0"/>
              </a:rPr>
              <a:t>#GlobalAICommunity</a:t>
            </a:r>
          </a:p>
        </p:txBody>
      </p:sp>
      <p:sp>
        <p:nvSpPr>
          <p:cNvPr id="8" name="TextBox 7">
            <a:extLst>
              <a:ext uri="{FF2B5EF4-FFF2-40B4-BE49-F238E27FC236}">
                <a16:creationId xmlns:a16="http://schemas.microsoft.com/office/drawing/2014/main" id="{DDAE78D5-1489-7B7E-FA82-D180B9E8FACD}"/>
              </a:ext>
            </a:extLst>
          </p:cNvPr>
          <p:cNvSpPr txBox="1"/>
          <p:nvPr/>
        </p:nvSpPr>
        <p:spPr>
          <a:xfrm>
            <a:off x="875533" y="3202548"/>
            <a:ext cx="5566517" cy="1107996"/>
          </a:xfrm>
          <a:prstGeom prst="rect">
            <a:avLst/>
          </a:prstGeom>
          <a:noFill/>
        </p:spPr>
        <p:txBody>
          <a:bodyPr wrap="square">
            <a:spAutoFit/>
          </a:bodyPr>
          <a:lstStyle/>
          <a:p>
            <a:r>
              <a:rPr lang="en-US" sz="6600" b="1">
                <a:solidFill>
                  <a:srgbClr val="F7CA66"/>
                </a:solidFill>
                <a:latin typeface="Lufga" panose="00000500000000000000" pitchFamily="50" charset="0"/>
              </a:rPr>
              <a:t>¡Gracias!</a:t>
            </a:r>
          </a:p>
        </p:txBody>
      </p:sp>
    </p:spTree>
    <p:extLst>
      <p:ext uri="{BB962C8B-B14F-4D97-AF65-F5344CB8AC3E}">
        <p14:creationId xmlns:p14="http://schemas.microsoft.com/office/powerpoint/2010/main" val="360666082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7EDC60-FE64-BFB3-7E87-9136DE27B0D4}"/>
            </a:ext>
          </a:extLst>
        </p:cNvPr>
        <p:cNvGrpSpPr/>
        <p:nvPr/>
      </p:nvGrpSpPr>
      <p:grpSpPr>
        <a:xfrm>
          <a:off x="0" y="0"/>
          <a:ext cx="0" cy="0"/>
          <a:chOff x="0" y="0"/>
          <a:chExt cx="0" cy="0"/>
        </a:xfrm>
      </p:grpSpPr>
      <p:pic>
        <p:nvPicPr>
          <p:cNvPr id="19" name="Picture 18" descr="A green background with a silhouette of buildings&#10;&#10;AI-generated content may be incorrect.">
            <a:extLst>
              <a:ext uri="{FF2B5EF4-FFF2-40B4-BE49-F238E27FC236}">
                <a16:creationId xmlns:a16="http://schemas.microsoft.com/office/drawing/2014/main" id="{0B0FED1B-86EB-10E5-C19F-CBE4FEB7D47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pic>
        <p:nvPicPr>
          <p:cNvPr id="5" name="Picture 4" descr="A yellow and green text on a black background&#10;&#10;AI-generated content may be incorrect.">
            <a:extLst>
              <a:ext uri="{FF2B5EF4-FFF2-40B4-BE49-F238E27FC236}">
                <a16:creationId xmlns:a16="http://schemas.microsoft.com/office/drawing/2014/main" id="{C020D26D-BF05-2947-05E9-C5A8C58A344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635527" y="-167148"/>
            <a:ext cx="2203795" cy="2203795"/>
          </a:xfrm>
          <a:prstGeom prst="rect">
            <a:avLst/>
          </a:prstGeom>
        </p:spPr>
      </p:pic>
      <p:sp>
        <p:nvSpPr>
          <p:cNvPr id="8" name="TextBox 7">
            <a:extLst>
              <a:ext uri="{FF2B5EF4-FFF2-40B4-BE49-F238E27FC236}">
                <a16:creationId xmlns:a16="http://schemas.microsoft.com/office/drawing/2014/main" id="{94DAE3E2-2F58-E717-8DC8-E7CA3E77EA99}"/>
              </a:ext>
            </a:extLst>
          </p:cNvPr>
          <p:cNvSpPr txBox="1"/>
          <p:nvPr/>
        </p:nvSpPr>
        <p:spPr>
          <a:xfrm>
            <a:off x="-2" y="565378"/>
            <a:ext cx="12192000" cy="707886"/>
          </a:xfrm>
          <a:prstGeom prst="rect">
            <a:avLst/>
          </a:prstGeom>
          <a:noFill/>
        </p:spPr>
        <p:txBody>
          <a:bodyPr wrap="square" rtlCol="0">
            <a:spAutoFit/>
          </a:bodyPr>
          <a:lstStyle/>
          <a:p>
            <a:r>
              <a:rPr lang="en-US" sz="4000" b="1">
                <a:solidFill>
                  <a:srgbClr val="F7CA66"/>
                </a:solidFill>
                <a:latin typeface="Lufga" panose="00000500000000000000" pitchFamily="50" charset="0"/>
              </a:rPr>
              <a:t>    ¡</a:t>
            </a:r>
            <a:r>
              <a:rPr lang="en-US" sz="3600" b="1">
                <a:solidFill>
                  <a:srgbClr val="F7CA66"/>
                </a:solidFill>
                <a:latin typeface="Lufga" panose="00000500000000000000" pitchFamily="50" charset="0"/>
              </a:rPr>
              <a:t>Gracias</a:t>
            </a:r>
            <a:r>
              <a:rPr lang="en-US" sz="4000" b="1">
                <a:solidFill>
                  <a:srgbClr val="F7CA66"/>
                </a:solidFill>
                <a:latin typeface="Lufga" panose="00000500000000000000" pitchFamily="50" charset="0"/>
              </a:rPr>
              <a:t> a </a:t>
            </a:r>
            <a:r>
              <a:rPr lang="en-US" sz="4000" b="1" err="1">
                <a:solidFill>
                  <a:srgbClr val="F7CA66"/>
                </a:solidFill>
                <a:latin typeface="Lufga" panose="00000500000000000000" pitchFamily="50" charset="0"/>
              </a:rPr>
              <a:t>nuestros</a:t>
            </a:r>
            <a:r>
              <a:rPr lang="en-US" sz="4000" b="1">
                <a:solidFill>
                  <a:srgbClr val="F7CA66"/>
                </a:solidFill>
                <a:latin typeface="Lufga" panose="00000500000000000000" pitchFamily="50" charset="0"/>
              </a:rPr>
              <a:t> </a:t>
            </a:r>
            <a:r>
              <a:rPr lang="en-US" sz="4000" b="1" err="1">
                <a:solidFill>
                  <a:srgbClr val="F7CA66"/>
                </a:solidFill>
                <a:latin typeface="Lufga" panose="00000500000000000000" pitchFamily="50" charset="0"/>
              </a:rPr>
              <a:t>Patrocinadores</a:t>
            </a:r>
            <a:r>
              <a:rPr lang="en-US" sz="4000" b="1">
                <a:solidFill>
                  <a:srgbClr val="F7CA66"/>
                </a:solidFill>
                <a:latin typeface="Lufga" panose="00000500000000000000" pitchFamily="50" charset="0"/>
              </a:rPr>
              <a:t>!</a:t>
            </a:r>
          </a:p>
        </p:txBody>
      </p:sp>
      <p:sp>
        <p:nvSpPr>
          <p:cNvPr id="10" name="TextBox 9">
            <a:extLst>
              <a:ext uri="{FF2B5EF4-FFF2-40B4-BE49-F238E27FC236}">
                <a16:creationId xmlns:a16="http://schemas.microsoft.com/office/drawing/2014/main" id="{348C0B98-C049-64AB-5C30-CB7C3A4F3B02}"/>
              </a:ext>
            </a:extLst>
          </p:cNvPr>
          <p:cNvSpPr txBox="1"/>
          <p:nvPr/>
        </p:nvSpPr>
        <p:spPr>
          <a:xfrm>
            <a:off x="6192506" y="6442825"/>
            <a:ext cx="2228669" cy="338554"/>
          </a:xfrm>
          <a:prstGeom prst="rect">
            <a:avLst/>
          </a:prstGeom>
          <a:noFill/>
        </p:spPr>
        <p:txBody>
          <a:bodyPr wrap="square">
            <a:spAutoFit/>
          </a:bodyPr>
          <a:lstStyle/>
          <a:p>
            <a:pPr algn="r"/>
            <a:r>
              <a:rPr lang="en-GB" sz="1600" err="1">
                <a:solidFill>
                  <a:schemeClr val="bg1"/>
                </a:solidFill>
                <a:latin typeface="Lufga" panose="020B0604020202020204" charset="0"/>
              </a:rPr>
              <a:t>Colaboradores</a:t>
            </a:r>
            <a:r>
              <a:rPr lang="en-GB" sz="1600">
                <a:solidFill>
                  <a:schemeClr val="bg1"/>
                </a:solidFill>
                <a:latin typeface="Lufga" panose="020B0604020202020204" charset="0"/>
              </a:rPr>
              <a:t>:</a:t>
            </a:r>
          </a:p>
        </p:txBody>
      </p:sp>
      <p:sp>
        <p:nvSpPr>
          <p:cNvPr id="27" name="Rectangle 26">
            <a:extLst>
              <a:ext uri="{FF2B5EF4-FFF2-40B4-BE49-F238E27FC236}">
                <a16:creationId xmlns:a16="http://schemas.microsoft.com/office/drawing/2014/main" id="{9B8EEB47-E709-CF5C-4A28-82CE9E23FE9D}"/>
              </a:ext>
            </a:extLst>
          </p:cNvPr>
          <p:cNvSpPr/>
          <p:nvPr/>
        </p:nvSpPr>
        <p:spPr>
          <a:xfrm>
            <a:off x="0" y="2106201"/>
            <a:ext cx="12192000" cy="2357167"/>
          </a:xfrm>
          <a:prstGeom prst="rect">
            <a:avLst/>
          </a:prstGeom>
          <a:solidFill>
            <a:srgbClr val="FFFFFF">
              <a:alpha val="50196"/>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3" name="Picture 12">
            <a:extLst>
              <a:ext uri="{FF2B5EF4-FFF2-40B4-BE49-F238E27FC236}">
                <a16:creationId xmlns:a16="http://schemas.microsoft.com/office/drawing/2014/main" id="{5C729AE6-CEB6-83A7-5D21-B8C552E4547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429211" y="3290368"/>
            <a:ext cx="2846433" cy="922244"/>
          </a:xfrm>
          <a:prstGeom prst="rect">
            <a:avLst/>
          </a:prstGeom>
        </p:spPr>
      </p:pic>
      <p:pic>
        <p:nvPicPr>
          <p:cNvPr id="15" name="Picture 14">
            <a:extLst>
              <a:ext uri="{FF2B5EF4-FFF2-40B4-BE49-F238E27FC236}">
                <a16:creationId xmlns:a16="http://schemas.microsoft.com/office/drawing/2014/main" id="{AD13B28A-791E-C55A-35ED-ED8E623B0BB2}"/>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988534" y="3250073"/>
            <a:ext cx="2796229" cy="862900"/>
          </a:xfrm>
          <a:prstGeom prst="rect">
            <a:avLst/>
          </a:prstGeom>
        </p:spPr>
      </p:pic>
      <p:pic>
        <p:nvPicPr>
          <p:cNvPr id="20" name="Picture 19">
            <a:extLst>
              <a:ext uri="{FF2B5EF4-FFF2-40B4-BE49-F238E27FC236}">
                <a16:creationId xmlns:a16="http://schemas.microsoft.com/office/drawing/2014/main" id="{6485640F-A566-80A6-EA0B-6BD3198442F7}"/>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8083136" y="3366680"/>
            <a:ext cx="3233792" cy="812963"/>
          </a:xfrm>
          <a:prstGeom prst="rect">
            <a:avLst/>
          </a:prstGeom>
        </p:spPr>
      </p:pic>
      <p:pic>
        <p:nvPicPr>
          <p:cNvPr id="22" name="Picture 21">
            <a:extLst>
              <a:ext uri="{FF2B5EF4-FFF2-40B4-BE49-F238E27FC236}">
                <a16:creationId xmlns:a16="http://schemas.microsoft.com/office/drawing/2014/main" id="{0EBE9333-F319-52DE-89C4-16FD9B216339}"/>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1062892" y="2166985"/>
            <a:ext cx="2721870" cy="1066802"/>
          </a:xfrm>
          <a:prstGeom prst="rect">
            <a:avLst/>
          </a:prstGeom>
        </p:spPr>
      </p:pic>
      <p:pic>
        <p:nvPicPr>
          <p:cNvPr id="24" name="Picture 23">
            <a:extLst>
              <a:ext uri="{FF2B5EF4-FFF2-40B4-BE49-F238E27FC236}">
                <a16:creationId xmlns:a16="http://schemas.microsoft.com/office/drawing/2014/main" id="{1C0B624D-AF4C-6F3A-0395-91395BACFBC6}"/>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4573012" y="2194225"/>
            <a:ext cx="2721870" cy="1066802"/>
          </a:xfrm>
          <a:prstGeom prst="rect">
            <a:avLst/>
          </a:prstGeom>
        </p:spPr>
      </p:pic>
      <p:pic>
        <p:nvPicPr>
          <p:cNvPr id="26" name="Picture 25">
            <a:extLst>
              <a:ext uri="{FF2B5EF4-FFF2-40B4-BE49-F238E27FC236}">
                <a16:creationId xmlns:a16="http://schemas.microsoft.com/office/drawing/2014/main" id="{7E6759FA-48D6-5568-C139-3D3F1E7D4BAB}"/>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8083136" y="2357167"/>
            <a:ext cx="3104787" cy="803236"/>
          </a:xfrm>
          <a:prstGeom prst="rect">
            <a:avLst/>
          </a:prstGeom>
        </p:spPr>
      </p:pic>
      <p:sp>
        <p:nvSpPr>
          <p:cNvPr id="7" name="TextBox 6">
            <a:extLst>
              <a:ext uri="{FF2B5EF4-FFF2-40B4-BE49-F238E27FC236}">
                <a16:creationId xmlns:a16="http://schemas.microsoft.com/office/drawing/2014/main" id="{D71924E1-38E6-24A2-EA4A-E296C82D5A6F}"/>
              </a:ext>
            </a:extLst>
          </p:cNvPr>
          <p:cNvSpPr txBox="1"/>
          <p:nvPr/>
        </p:nvSpPr>
        <p:spPr>
          <a:xfrm>
            <a:off x="5195753" y="1582981"/>
            <a:ext cx="1800493" cy="523220"/>
          </a:xfrm>
          <a:prstGeom prst="rect">
            <a:avLst/>
          </a:prstGeom>
          <a:noFill/>
        </p:spPr>
        <p:txBody>
          <a:bodyPr wrap="none" rtlCol="0">
            <a:spAutoFit/>
          </a:bodyPr>
          <a:lstStyle/>
          <a:p>
            <a:pPr algn="r"/>
            <a:r>
              <a:rPr lang="en-US" sz="2800">
                <a:solidFill>
                  <a:srgbClr val="F7CA66"/>
                </a:solidFill>
                <a:latin typeface="Lufga" panose="00000500000000000000" pitchFamily="50" charset="0"/>
              </a:rPr>
              <a:t>PREMIUM</a:t>
            </a:r>
            <a:endParaRPr lang="en-US" sz="2000">
              <a:solidFill>
                <a:srgbClr val="F7CA66"/>
              </a:solidFill>
              <a:latin typeface="Lufga" panose="00000500000000000000" pitchFamily="50" charset="0"/>
            </a:endParaRPr>
          </a:p>
        </p:txBody>
      </p:sp>
      <p:sp>
        <p:nvSpPr>
          <p:cNvPr id="9" name="TextBox 8">
            <a:extLst>
              <a:ext uri="{FF2B5EF4-FFF2-40B4-BE49-F238E27FC236}">
                <a16:creationId xmlns:a16="http://schemas.microsoft.com/office/drawing/2014/main" id="{2B32EB21-12E5-D576-E366-488DDC59A97A}"/>
              </a:ext>
            </a:extLst>
          </p:cNvPr>
          <p:cNvSpPr txBox="1"/>
          <p:nvPr/>
        </p:nvSpPr>
        <p:spPr>
          <a:xfrm>
            <a:off x="5634173" y="4734654"/>
            <a:ext cx="923651" cy="400110"/>
          </a:xfrm>
          <a:prstGeom prst="rect">
            <a:avLst/>
          </a:prstGeom>
          <a:noFill/>
        </p:spPr>
        <p:txBody>
          <a:bodyPr wrap="none" rtlCol="0">
            <a:spAutoFit/>
          </a:bodyPr>
          <a:lstStyle/>
          <a:p>
            <a:pPr algn="r"/>
            <a:r>
              <a:rPr lang="en-US" sz="2000">
                <a:solidFill>
                  <a:srgbClr val="F7CA66"/>
                </a:solidFill>
                <a:latin typeface="Lufga" panose="00000500000000000000" pitchFamily="50" charset="0"/>
              </a:rPr>
              <a:t>GOLD</a:t>
            </a:r>
          </a:p>
        </p:txBody>
      </p:sp>
      <p:sp>
        <p:nvSpPr>
          <p:cNvPr id="28" name="Rectangle 27">
            <a:extLst>
              <a:ext uri="{FF2B5EF4-FFF2-40B4-BE49-F238E27FC236}">
                <a16:creationId xmlns:a16="http://schemas.microsoft.com/office/drawing/2014/main" id="{B2A5FEA4-4AD0-C340-73F0-5980789EADDF}"/>
              </a:ext>
            </a:extLst>
          </p:cNvPr>
          <p:cNvSpPr/>
          <p:nvPr/>
        </p:nvSpPr>
        <p:spPr>
          <a:xfrm>
            <a:off x="-2" y="5174473"/>
            <a:ext cx="12192000" cy="1035979"/>
          </a:xfrm>
          <a:prstGeom prst="rect">
            <a:avLst/>
          </a:prstGeom>
          <a:solidFill>
            <a:srgbClr val="FFFFFF">
              <a:alpha val="50196"/>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32" name="Picture 31">
            <a:extLst>
              <a:ext uri="{FF2B5EF4-FFF2-40B4-BE49-F238E27FC236}">
                <a16:creationId xmlns:a16="http://schemas.microsoft.com/office/drawing/2014/main" id="{26ED0AAB-8E81-A270-0098-0DC489E187DB}"/>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6745988" y="5451670"/>
            <a:ext cx="1560579" cy="481585"/>
          </a:xfrm>
          <a:prstGeom prst="rect">
            <a:avLst/>
          </a:prstGeom>
        </p:spPr>
      </p:pic>
      <p:pic>
        <p:nvPicPr>
          <p:cNvPr id="34" name="Picture 33">
            <a:extLst>
              <a:ext uri="{FF2B5EF4-FFF2-40B4-BE49-F238E27FC236}">
                <a16:creationId xmlns:a16="http://schemas.microsoft.com/office/drawing/2014/main" id="{CDEF6288-746D-B63A-624A-CBC91DA26D41}"/>
              </a:ext>
            </a:extLst>
          </p:cNvPr>
          <p:cNvPicPr>
            <a:picLocks noChangeAspect="1"/>
          </p:cNvPicPr>
          <p:nvPr/>
        </p:nvPicPr>
        <p:blipFill>
          <a:blip r:embed="rId11">
            <a:extLst>
              <a:ext uri="{28A0092B-C50C-407E-A947-70E740481C1C}">
                <a14:useLocalDpi xmlns:a14="http://schemas.microsoft.com/office/drawing/2010/main" val="0"/>
              </a:ext>
            </a:extLst>
          </a:blip>
          <a:stretch>
            <a:fillRect/>
          </a:stretch>
        </p:blipFill>
        <p:spPr>
          <a:xfrm>
            <a:off x="3864631" y="5276076"/>
            <a:ext cx="1595733" cy="832773"/>
          </a:xfrm>
          <a:prstGeom prst="rect">
            <a:avLst/>
          </a:prstGeom>
        </p:spPr>
      </p:pic>
      <p:pic>
        <p:nvPicPr>
          <p:cNvPr id="36" name="Picture 35">
            <a:extLst>
              <a:ext uri="{FF2B5EF4-FFF2-40B4-BE49-F238E27FC236}">
                <a16:creationId xmlns:a16="http://schemas.microsoft.com/office/drawing/2014/main" id="{4BA8FF17-2934-3D1F-A523-4AE91BEB0DDA}"/>
              </a:ext>
            </a:extLst>
          </p:cNvPr>
          <p:cNvPicPr>
            <a:picLocks noChangeAspect="1"/>
          </p:cNvPicPr>
          <p:nvPr/>
        </p:nvPicPr>
        <p:blipFill>
          <a:blip r:embed="rId12">
            <a:extLst>
              <a:ext uri="{28A0092B-C50C-407E-A947-70E740481C1C}">
                <a14:useLocalDpi xmlns:a14="http://schemas.microsoft.com/office/drawing/2010/main" val="0"/>
              </a:ext>
            </a:extLst>
          </a:blip>
          <a:stretch>
            <a:fillRect/>
          </a:stretch>
        </p:blipFill>
        <p:spPr>
          <a:xfrm>
            <a:off x="9592190" y="5446246"/>
            <a:ext cx="1595733" cy="492433"/>
          </a:xfrm>
          <a:prstGeom prst="rect">
            <a:avLst/>
          </a:prstGeom>
        </p:spPr>
      </p:pic>
      <p:pic>
        <p:nvPicPr>
          <p:cNvPr id="38" name="Picture 37">
            <a:extLst>
              <a:ext uri="{FF2B5EF4-FFF2-40B4-BE49-F238E27FC236}">
                <a16:creationId xmlns:a16="http://schemas.microsoft.com/office/drawing/2014/main" id="{A8FFDDEE-66D8-99CC-B233-74E0A6888AD5}"/>
              </a:ext>
            </a:extLst>
          </p:cNvPr>
          <p:cNvPicPr>
            <a:picLocks noChangeAspect="1"/>
          </p:cNvPicPr>
          <p:nvPr/>
        </p:nvPicPr>
        <p:blipFill>
          <a:blip r:embed="rId13">
            <a:extLst>
              <a:ext uri="{28A0092B-C50C-407E-A947-70E740481C1C}">
                <a14:useLocalDpi xmlns:a14="http://schemas.microsoft.com/office/drawing/2010/main" val="0"/>
              </a:ext>
            </a:extLst>
          </a:blip>
          <a:stretch>
            <a:fillRect/>
          </a:stretch>
        </p:blipFill>
        <p:spPr>
          <a:xfrm>
            <a:off x="10114999" y="6270862"/>
            <a:ext cx="1407143" cy="617477"/>
          </a:xfrm>
          <a:prstGeom prst="rect">
            <a:avLst/>
          </a:prstGeom>
        </p:spPr>
      </p:pic>
      <p:pic>
        <p:nvPicPr>
          <p:cNvPr id="40" name="Picture 39">
            <a:extLst>
              <a:ext uri="{FF2B5EF4-FFF2-40B4-BE49-F238E27FC236}">
                <a16:creationId xmlns:a16="http://schemas.microsoft.com/office/drawing/2014/main" id="{DC947763-BA8C-D836-94CF-5BA79F30EA19}"/>
              </a:ext>
            </a:extLst>
          </p:cNvPr>
          <p:cNvPicPr>
            <a:picLocks noChangeAspect="1"/>
          </p:cNvPicPr>
          <p:nvPr/>
        </p:nvPicPr>
        <p:blipFill>
          <a:blip r:embed="rId14">
            <a:extLst>
              <a:ext uri="{28A0092B-C50C-407E-A947-70E740481C1C}">
                <a14:useLocalDpi xmlns:a14="http://schemas.microsoft.com/office/drawing/2010/main" val="0"/>
              </a:ext>
            </a:extLst>
          </a:blip>
          <a:stretch>
            <a:fillRect/>
          </a:stretch>
        </p:blipFill>
        <p:spPr>
          <a:xfrm>
            <a:off x="8303017" y="6129913"/>
            <a:ext cx="2006789" cy="899457"/>
          </a:xfrm>
          <a:prstGeom prst="rect">
            <a:avLst/>
          </a:prstGeom>
        </p:spPr>
      </p:pic>
      <p:pic>
        <p:nvPicPr>
          <p:cNvPr id="3" name="Graphic 2">
            <a:extLst>
              <a:ext uri="{FF2B5EF4-FFF2-40B4-BE49-F238E27FC236}">
                <a16:creationId xmlns:a16="http://schemas.microsoft.com/office/drawing/2014/main" id="{D3333C40-FBF0-259A-8A8F-7FB41A4C2502}"/>
              </a:ext>
            </a:extLst>
          </p:cNvPr>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a:off x="878513" y="5438626"/>
            <a:ext cx="1700494" cy="507672"/>
          </a:xfrm>
          <a:prstGeom prst="rect">
            <a:avLst/>
          </a:prstGeom>
        </p:spPr>
      </p:pic>
    </p:spTree>
    <p:extLst>
      <p:ext uri="{BB962C8B-B14F-4D97-AF65-F5344CB8AC3E}">
        <p14:creationId xmlns:p14="http://schemas.microsoft.com/office/powerpoint/2010/main" val="287717004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5A2F19F86BF2484E9A3708F5F57D5296" ma:contentTypeVersion="11" ma:contentTypeDescription="Een nieuw document maken." ma:contentTypeScope="" ma:versionID="fb8857062fb25c16086471511bdaffe7">
  <xsd:schema xmlns:xsd="http://www.w3.org/2001/XMLSchema" xmlns:xs="http://www.w3.org/2001/XMLSchema" xmlns:p="http://schemas.microsoft.com/office/2006/metadata/properties" xmlns:ns3="b8df2ea9-3bda-4d08-aeb7-dd7d258d2e46" targetNamespace="http://schemas.microsoft.com/office/2006/metadata/properties" ma:root="true" ma:fieldsID="3b808b6b326e79d8ddbb9dd4e3003da0" ns3:_="">
    <xsd:import namespace="b8df2ea9-3bda-4d08-aeb7-dd7d258d2e46"/>
    <xsd:element name="properties">
      <xsd:complexType>
        <xsd:sequence>
          <xsd:element name="documentManagement">
            <xsd:complexType>
              <xsd:all>
                <xsd:element ref="ns3:MediaServiceDateTaken" minOccurs="0"/>
                <xsd:element ref="ns3:MediaServiceMetadata" minOccurs="0"/>
                <xsd:element ref="ns3:MediaServiceFastMetadata" minOccurs="0"/>
                <xsd:element ref="ns3:MediaServiceSearchProperties" minOccurs="0"/>
                <xsd:element ref="ns3:MediaServiceSystemTags" minOccurs="0"/>
                <xsd:element ref="ns3:MediaServiceOCR" minOccurs="0"/>
                <xsd:element ref="ns3:MediaServiceGenerationTime" minOccurs="0"/>
                <xsd:element ref="ns3:MediaServiceEventHashCode" minOccurs="0"/>
                <xsd:element ref="ns3:_activity" minOccurs="0"/>
                <xsd:element ref="ns3:MediaLengthInSeconds" minOccurs="0"/>
                <xsd:element ref="ns3:MediaService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b8df2ea9-3bda-4d08-aeb7-dd7d258d2e46" elementFormDefault="qualified">
    <xsd:import namespace="http://schemas.microsoft.com/office/2006/documentManagement/types"/>
    <xsd:import namespace="http://schemas.microsoft.com/office/infopath/2007/PartnerControls"/>
    <xsd:element name="MediaServiceDateTaken" ma:index="8" nillable="true" ma:displayName="MediaServiceDateTaken" ma:hidden="true" ma:indexed="true" ma:internalName="MediaServiceDateTaken" ma:readOnly="true">
      <xsd:simpleType>
        <xsd:restriction base="dms:Text"/>
      </xsd:simpleType>
    </xsd:element>
    <xsd:element name="MediaServiceMetadata" ma:index="9" nillable="true" ma:displayName="MediaServiceMetadata" ma:hidden="true" ma:internalName="MediaServiceMetadata" ma:readOnly="true">
      <xsd:simpleType>
        <xsd:restriction base="dms:Note"/>
      </xsd:simpleType>
    </xsd:element>
    <xsd:element name="MediaServiceFastMetadata" ma:index="10" nillable="true" ma:displayName="MediaServiceFastMetadata" ma:hidden="true" ma:internalName="MediaServiceFastMetadata" ma:readOnly="true">
      <xsd:simpleType>
        <xsd:restriction base="dms:Note"/>
      </xsd:simpleType>
    </xsd:element>
    <xsd:element name="MediaServiceSearchProperties" ma:index="11" nillable="true" ma:displayName="MediaServiceSearchProperties" ma:hidden="true" ma:internalName="MediaServiceSearchProperties" ma:readOnly="true">
      <xsd:simpleType>
        <xsd:restriction base="dms:Note"/>
      </xsd:simpleType>
    </xsd:element>
    <xsd:element name="MediaServiceSystemTags" ma:index="12" nillable="true" ma:displayName="MediaServiceSystemTags" ma:hidden="true" ma:internalName="MediaServiceSystemTags" ma:readOnly="true">
      <xsd:simpleType>
        <xsd:restriction base="dms:Note"/>
      </xsd:simpleType>
    </xsd:element>
    <xsd:element name="MediaServiceOCR" ma:index="13" nillable="true" ma:displayName="Extracted Text" ma:internalName="MediaServiceOCR" ma:readOnly="true">
      <xsd:simpleType>
        <xsd:restriction base="dms:Note">
          <xsd:maxLength value="255"/>
        </xsd:restriction>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_activity" ma:index="16" nillable="true" ma:displayName="_activity" ma:hidden="true" ma:internalName="_activity">
      <xsd:simpleType>
        <xsd:restriction base="dms:Note"/>
      </xsd:simpleType>
    </xsd:element>
    <xsd:element name="MediaLengthInSeconds" ma:index="17" nillable="true" ma:displayName="MediaLengthInSeconds" ma:hidden="true" ma:internalName="MediaLengthInSeconds" ma:readOnly="true">
      <xsd:simpleType>
        <xsd:restriction base="dms:Unknown"/>
      </xsd:simpleType>
    </xsd:element>
    <xsd:element name="MediaServiceLocation" ma:index="18" nillable="true" ma:displayName="Location" ma:indexed="true" ma:internalName="MediaServiceLocation"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Inhoudstype"/>
        <xsd:element ref="dc:title" minOccurs="0" maxOccurs="1" ma:index="4" ma:displayName="Titel"/>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_activity xmlns="b8df2ea9-3bda-4d08-aeb7-dd7d258d2e46" xsi:nil="true"/>
  </documentManagement>
</p:properties>
</file>

<file path=customXml/itemProps1.xml><?xml version="1.0" encoding="utf-8"?>
<ds:datastoreItem xmlns:ds="http://schemas.openxmlformats.org/officeDocument/2006/customXml" ds:itemID="{3166A811-0E9C-4D5C-AB8F-5DC215D8F617}">
  <ds:schemaRefs>
    <ds:schemaRef ds:uri="http://schemas.microsoft.com/sharepoint/v3/contenttype/forms"/>
  </ds:schemaRefs>
</ds:datastoreItem>
</file>

<file path=customXml/itemProps2.xml><?xml version="1.0" encoding="utf-8"?>
<ds:datastoreItem xmlns:ds="http://schemas.openxmlformats.org/officeDocument/2006/customXml" ds:itemID="{A6919305-6CEE-404D-A79A-2756D5630386}">
  <ds:schemaRefs>
    <ds:schemaRef ds:uri="b8df2ea9-3bda-4d08-aeb7-dd7d258d2e46"/>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B1F6091E-1E8B-4BD4-AA90-75221ED3D456}">
  <ds:schemaRefs>
    <ds:schemaRef ds:uri="b8df2ea9-3bda-4d08-aeb7-dd7d258d2e46"/>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docProps/app.xml><?xml version="1.0" encoding="utf-8"?>
<Properties xmlns="http://schemas.openxmlformats.org/officeDocument/2006/extended-properties" xmlns:vt="http://schemas.openxmlformats.org/officeDocument/2006/docPropsVTypes">
  <TotalTime>0</TotalTime>
  <Words>2541</Words>
  <Application>Microsoft Office PowerPoint</Application>
  <PresentationFormat>Widescreen</PresentationFormat>
  <Paragraphs>266</Paragraphs>
  <Slides>35</Slides>
  <Notes>23</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35</vt:i4>
      </vt:variant>
    </vt:vector>
  </HeadingPairs>
  <TitlesOfParts>
    <vt:vector size="41" baseType="lpstr">
      <vt:lpstr>Lufga</vt:lpstr>
      <vt:lpstr>Aptos</vt:lpstr>
      <vt:lpstr>Segoe UI Light</vt:lpstr>
      <vt:lpstr>Arial</vt:lpstr>
      <vt:lpstr>Segoe UI</vt:lpstr>
      <vt:lpstr>Office Theme</vt:lpstr>
      <vt:lpstr>PowerPoint Presentation</vt:lpstr>
      <vt:lpstr>PowerPoint Presentation</vt:lpstr>
      <vt:lpstr>PowerPoint Presentation</vt:lpstr>
      <vt:lpstr>PowerPoint Presentation</vt:lpstr>
      <vt:lpstr>Join the AI Conversation  on Discord</vt:lpstr>
      <vt:lpstr>Agenda</vt:lpstr>
      <vt:lpstr>Quick overview of Dapr </vt:lpstr>
      <vt:lpstr>Overview of Dapr Agents and its key features </vt:lpstr>
      <vt:lpstr>Definition</vt:lpstr>
      <vt:lpstr>PowerPoint Presentation</vt:lpstr>
      <vt:lpstr>Core Capabilities</vt:lpstr>
      <vt:lpstr>Key Features</vt:lpstr>
      <vt:lpstr>LLM Integration</vt:lpstr>
      <vt:lpstr>LLM Integration</vt:lpstr>
      <vt:lpstr>Tool Selection/Calling</vt:lpstr>
      <vt:lpstr>MCP Support</vt:lpstr>
      <vt:lpstr>MCP Support</vt:lpstr>
      <vt:lpstr>Memory Management</vt:lpstr>
      <vt:lpstr>Durable Agents</vt:lpstr>
      <vt:lpstr>Event-Driven Communication and Agent Orchestration </vt:lpstr>
      <vt:lpstr>Understanding the benefits and use cases for Dapr Agents </vt:lpstr>
      <vt:lpstr>Benefits of Dapr Agents</vt:lpstr>
      <vt:lpstr>Benefits of Dapr Agents</vt:lpstr>
      <vt:lpstr>Benefits of Dapr Agents</vt:lpstr>
      <vt:lpstr>Common design patterns and use cases for building agentic systems </vt:lpstr>
      <vt:lpstr>Pattern 1: Augmented LLM</vt:lpstr>
      <vt:lpstr>Pattern 2: Prompt Chaining</vt:lpstr>
      <vt:lpstr>Pattern 3: Routing</vt:lpstr>
      <vt:lpstr>Pattern 4: Parallelization</vt:lpstr>
      <vt:lpstr>Pattern 5: Orchestrator-Workers</vt:lpstr>
      <vt:lpstr>Pattern 6: Evaluator-Optimizer</vt:lpstr>
      <vt:lpstr>Pattern 7: Durable Agent</vt:lpstr>
      <vt:lpstr>DEMO TIME!!!</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Stephen Simon</dc:creator>
  <cp:lastModifiedBy>Sergio Parra Guerra</cp:lastModifiedBy>
  <cp:revision>2</cp:revision>
  <dcterms:created xsi:type="dcterms:W3CDTF">2026-01-15T14:46:51Z</dcterms:created>
  <dcterms:modified xsi:type="dcterms:W3CDTF">2026-03-02T11:07:07Z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0x0101005A2F19F86BF2484E9A3708F5F57D5296</vt:lpwstr>
  </property>
</Properties>
</file>